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9" r:id="rId13"/>
    <p:sldId id="270" r:id="rId14"/>
    <p:sldId id="272" r:id="rId15"/>
    <p:sldId id="279" r:id="rId16"/>
    <p:sldId id="280" r:id="rId17"/>
    <p:sldId id="281" r:id="rId18"/>
    <p:sldId id="282" r:id="rId19"/>
    <p:sldId id="283" r:id="rId20"/>
    <p:sldId id="284" r:id="rId21"/>
    <p:sldId id="273" r:id="rId22"/>
    <p:sldId id="275" r:id="rId23"/>
    <p:sldId id="274" r:id="rId24"/>
    <p:sldId id="286" r:id="rId25"/>
    <p:sldId id="285" r:id="rId26"/>
    <p:sldId id="289" r:id="rId27"/>
    <p:sldId id="28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578"/>
  </p:normalViewPr>
  <p:slideViewPr>
    <p:cSldViewPr snapToGrid="0">
      <p:cViewPr varScale="1">
        <p:scale>
          <a:sx n="104" d="100"/>
          <a:sy n="104" d="100"/>
        </p:scale>
        <p:origin x="8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6:16.3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110 951,'55'-28,"-1"0,1-3,-1-2,-5-2,0-2,8-4,1-2,6-2,1-1,2 2,3 0,1 3,0 1,-2 5,-2 2,-1 3,-2 3,-4 4,-2 2,-7 4,-1 1,36-9,-10 5,-5 2,-4 2,-1 2,-6-1,1-2,-1 0,5-2,5 3,2 3,-2 4,-5 2,-9 3,-8 2,-10 1,-10 1,-7 0,-12 1,-68 25,-34 6,16-5,-6 2,-3 0,0 0,3-1,0 1,6 1,2 1,6 0,2 2,6 0,3 3,0 5,2 4,-1 4,2 3,-2 7,0 3,-3 6,1 1,4 0,1-1,2-4,3-1,6-10,4-2,-17 24,21-25,20-19,10-11,5-3,3-4,38-6,22-22,-7-6,7-6,11-13,3-6,-16 8,2-3,2 0,7-4,3 0,1 1,4-1,1 1,1 2,-2 4,0 1,0 3,-5 3,0 3,-1 2,-7 4,-1 2,-1 2,23-3,-2 3,-10 5,-3 3,-13 2,-4 3,23-2,-31 4,-31 5,-46 22,-26 9,-5 5,-10 4,-3 2,-9 4,0 1,18-11,-1 0,0 1,0 0,-2 3,-1-1,1 1,0 0,1-1,1 0,1 1,1-2,-15 12,2-1,3 0,8-4,2 0,2-1,7-3,3-1,1 1,-14 17,5 0,8-6,5-1,8-7,5-1,-16 23,20-21,15-18,15-15,56-43,-18 2,3-6,27-21,7-8,-20 14,2-3,1 0,8-6,2 0,3-1,-13 12,2 0,2 1,0 0,4 0,1 0,1 2,0 1,-1 3,0 1,-1 2,0 2,16-6,-1 3,-2 3,-11 6,-1 4,-3 3,14-1,-6 4,-18 7,-5 3,14 1,-43 8,-60 15,-27 6,12-3,-6 1,-10 4,-9 2,3 0,12-2,1-1,0 2,-4 3,-1 1,-2 2,-5 3,-2 3,-1 2,11-4,-1 3,-1 1,-1 1,-6 4,-1 1,0 2,-2 3,11-5,-2 3,0 0,1 2,2 0,-12 10,2 1,1 1,3 0,9-6,1 1,3-1,3-1,-7 10,4-2,7-3,5-1,9-4,-9 21,69-54,74-53,-18-3,9-6,-15 7,4-2,2 1,6-3,3 1,2 2,-18 9,1 1,1 2,1 1,4 0,1 2,1 1,-1 0,-2 2,-1 2,1 0,-2 0,19-1,-2 0,-3 1,-15 3,-3 0,-6 1,4-1,-9-2,21-13,-26-13,11-16,-15 18,5-2,11-6,4-1,-1 2,0-1,-2 2,-3 0,-10 6,-5 1,28-23,-20 7,-17 10,-13 9,-13 9,-18 9,-44 8,1 11,-9 6,-20 10,-6 7,17-2,-2 4,0 2,-4 7,0 4,1 2,-3 5,0 2,1 2,0 2,1 1,2 0,4-3,1 0,2-1,7-4,1-2,3-2,-10 8,5-5,-19 14,35-28,53-45,62-48,-11 11,7-4,-13 10,4-2,0 1,4-3,1 0,-1 2,-3 2,-1 2,-1 1,22-17,-2 3,-8 7,-4 2,-11 10,-4 2,-8 6,-4 3,18-6,-28 15,-37 14,-67 29,2 1,-11 4,9-4,-7 2,-1 1,-11 3,-3 1,0-1,22-10,0 0,-1-2,2 0,-20 3,1-1,1-2,9-4,1-1,1-2,6-2,2-2,1-2,-23 2,5-3,10-2,5-2,12-3,4 0,-21-2,28-2,19-12,16-20,8-28,22-26,2 37,6 1,8-3,6 3,5 1,3 2,-3 6,1 2,29-26,-21 18,-21 15,-21 12,-25 8,-36 7,-40 25,26 3,-4 8,-6 9,1 7,-4 10,3 4,3-1,4 2,11-7,5 0,9-9,4-2,-13 18,24-22,14-18,6-8,2 0,-1-1,-8 9,-3 8,-3 3,3 1,8-8,8-12,5-4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6:21.9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2955 246,'-86'0,"33"6,-2 3,-10 5,-2 5,-7 8,-1 6,-2 8,0 2,4 0,-1 2,15-12,-2 2,1-2,-28 14,1-3,4-4,2-1,5-5,3-2,18-10,1-2,-1 1,-1 0,-1-1,0 0,-2 1,1 1,2 1,1 0,6 1,3 1,-36 31,10 6,3 7,1 4,6-3,13-11,16-17,13-16,10-13,6-5,-1 19,-7 3,-15 30,-19 6,-15 11,28-37,-1 0,-28 31,13-17,15-16,16-19,15-20,34-31,3-1,7-4,14-11,5-1,8-5,4-1,-16 13,3-1,0 1,5-3,2 0,0-1,6-3,2-1,1 0,5-3,2-1,0 0,-2 2,0 0,1 0,-16 10,0 0,2-1,0 1,4-3,2 0,0 1,0-1,-1 2,1 0,-1 0,0 2,-3 3,-1 0,0 2,-2 2,13-4,-2 3,-4 4,14-1,-5 7,-17 8,-5 6,23 4,-29 9,-11 4,-9 5,-7 3,-5 0,-4-4,-3-2,0 0,0-1,-16-41,-8-8,-17-38,-9 14,-26 18,-25 22,36 20,-3 3,0 2,1 1,-32 0,11 5,1 14,-4 18,-5 16,41-22,0 0,0 1,0 1,-1-1,-1 1,-2 0,-1-1,-1 2,-2-2,-2-1,0-1,0 0,0-1,-1-1,-1 1,-2 1,-2 1,0 3,0 0,-4 4,0 0,0 0,0 0,3-1,-1 1,0-2,1-1,2 0,1-1,-1 1,1 1,1-2,1 1,4-3,2-1,-34 23,23-13,18-9,15-11,9-7,3-3,-5 4,-15 16,-19 18,-13 14,-5 0,10-13,20-16,17-14,16-10,51 1,19-4,-4-1,7-1,9-2,4-3,-16-5,3-2,3-3,9-6,3-3,1-4,9-5,2-4,0-3,-20 6,0-3,0 0,-1 0,-2 1,0-1,-1 1,-1 0,15-7,-1 0,-2 2,-8 4,-1 2,-2 1,25-7,-3 2,-6 2,-2 3,-4 2,-2 2,-5 0,-2 1,-5 3,0 0,-6 3,-2 1,-8 2,-3 3,21-3,-36 7,-112 25,31-1,-6 2,-6 1,-7 1,1 3,-25 16,1 3,30-12,-1 0,0 3,-1 0,1 3,0 0,0 1,1 1,0 1,1 0,0 1,1 1,1-2,1 2,1-2,-25 19,2-2,2-1,1-2,3-2,2-2,2-2,2-2,5-3,2-3,7-4,2-2,6-5,2-1,-31 20,4-4,-2 1,-3-1,1-3,7-5,12-11,15-10,15-8,8-5,7-1,-14 0,-8 0,-19 0,-1 5,4 2,12 2,15-4,75-43,22-9,-6 8,7-3,3 3,1 2,1 2,2 1,4 2,2 2,3-1,1 2,-1 1,2 1,-27 8,2-1,-1 1,-3 1,0 0,-1 0,0 0,-1 0,0 0,28-7,-2 1,-9 2,-3 0,-6 2,-4 1,-11 3,-5 1,24-8,-28 8,-23 6,-61 48,-15 11,1-3,-5 3,3-2,-1-1,-1 2,0 0,-5 2,0 1,1-3,1 0,1 0,-1-1,2-4,0-2,9-7,0-2,2-3,1-1,-32 18,7-4,0-1,-1 4,6 1,8-4,15-6,18-18,11-11,64-29,-2-8,0 4,3 0,31-16,-3 5,5 10,3 8,-3 9,-1 5,-15 4,-7 0,-7 0,-10 0,-9 0,-8 0,-7 0,-7 1,-7 13,-6 17,-13 20,-13 20,-9 3,-3-6,7-15,12-18,8-13,4-7,6-1,28-5,4 0,27-6,-6-3,-7-2,-5-5,-12-5,-8-1,-8 0,-7-2,-2 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6:23.2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2217,'11'-58,"18"-8,20-8,-18 32,1-1,2-5,0-1,1-4,-2-1,1-3,-1-3,2-5,-1-2,-1-3,0-1,0-1,-1 1,-2 3,-1 1,-4 6,-1 2,-4 6,-1 2,13-40,-4 9,-2 1,1-1,1 1,0 6,-2 14,-3 10,-3 7,2 2,0 1,0 3,-3 10,-7 8,-3 7,-4 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6:49.565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752 698,'49'-43,"1"-1,1 3,1 1,-2 3,2 2,1-2,1 1,-2 3,0 1,-3 3,0 1,2 1,1 2,0 2,2 1,1-1,1 0,3 1,-2 1,-6 5,-2 0,33-8,-22 9,-28 9,-25 6,-73 21,-12 3,8-3,-5 3,2 0,0 1,-4 2,-1 1,-5 2,1 1,3 1,2-1,5-1,1 0,4 0,2 2,5 0,1 0,3 2,2 0,2 1,0 1,6-2,1 0,-33 27,15-9,15-8,13-6,13-5,9-2,8-5,3-4,3-2,8-2,20-4,33-5,26-8,-31-8,4-6,8-6,2-6,5-8,1-4,6-7,-1-3,-2 3,-1 1,-1 1,-1 2,0 4,0 1,-3 4,1 1,-4 3,0 3,-7 2,-1 3,-8 4,-1 2,41-3,-13 7,-14 6,-13 3,-15 0,-18 3,-46 24,-19 6,-1-3,-5 2,-4 0,-4-1,-10 5,-3 0,-7 1,-2 0,-5 0,-2 0,0-1,1-1,5-3,1 0,5-3,3 0,8-3,2 0,2 2,1 0,2 1,0 1,2 1,1 0,1 1,3 0,4-5,3-1,-28 21,15-9,12-5,9-3,7-4,10-4,9-5,6-6,33-3,22-5,44-11,-41-2,1-3,4-5,2-3,5-8,2-2,1-1,0-1,2-1,1-1,3-1,-1 1,-2 1,-1-2,0-2,0-2,-2 1,-1 0,-5 0,-1 1,-3 1,0 2,-2 2,-1 1,-3 2,0 1,-4 1,-1 2,38-22,-16 10,-16 9,-14 8,-7 4,-1 2,4 0,4-2,0 0,-5 0,-8 5,-9 5,-12 5,-98 45,42-19,-4 2,-8 3,-7 5,2 0,-21 14,1 3,20-10,-1 3,0 2,1 1,1 2,1 1,0 1,1 1,3 0,4-3,3 0,2-2,-11 12,2-2,5-5,2-1,7-7,1-2,4-4,3-2,-18 20,18-14,13-8,5-1,7-1,2-2,3-5,5-9,33-12,27-23,-9 0,3-4,6-7,1-2,3-4,0 0,1 0,0 2,2 0,1 2,0 3,2 1,-1 2,0 2,-4 4,-1 3,-5 4,-2 2,36-3,-20 9,-21 3,-16 2,-17 2,-49 21,-34 12,4-3,-8 4,-10 3,-5 3,22-10,-2 2,1 0,0 0,1 0,0 1,2 1,0 0,1 1,1 2,2 0,1 1,-20 18,5 2,3-2,6 0,11-7,5-1,-15 24,21-20,19-19,19-16,32-9,39-10,-12-9,7-5,16-9,3-4,4-6,-1-4,-2 0,-1-2,3-2,1 1,3-1,1 0,-29 15,0 0,-1 0,26-10,-3 2,-22 10,-6 3,17-3,-29 13,-24 13,-21 17,-30 24,2-6,-7 3,-14 14,-6 4,10-10,-3 3,-1 1,-8 8,-2 2,0 0,-2 2,1 0,1 0,1 0,2-1,2-2,6-7,3-2,2-2,-10 12,6-3,8-10,4-4,-8 15,23-25,23-22,67-60,-25 9,4-7,6-7,7-8,1-3,-11 10,1-3,1-2,1-1,6-6,1-3,0 1,0 0,-1 2,1 0,0 1,-2 2,12-12,-1 3,-4 4,-13 14,-2 4,-3 4,6-3,-5 6,19-13,-27 24,-13 8,-9 3,-7-5,-5-8,-5-9,-2-12,0-7,0 3,-5 10,-11 17,-16 15,-21 11,-16 6,-9 8,-2 10,7 10,11 4,15-4,14-2,10-2,6 0,4 7,3 7,4 9,3 13,3 13,-3 17,2-39,-1 2,-1 4,0 0,-2-1,1-1,1-4,-1-3,-1 28,9-30,21-27,31-31,35-29,-36 12,2-3,3-3,-1-1,-5 4,-3 1,36-17,-15 12,-15 13,-8 9,-9 4,-6 6,-5 3,-8 0,-7 2,-26 33,-24 15,6-7,-4 5,-8 1,-2 1,-4 5,-2 0,0 0,-1-1,-1-1,-1-1,1-3,0-3,2-2,-1-2,1-2,0-2,3-2,-1-2,2 1,0-1,4-1,0-2,-26 22,19-10,23-18,16-11,59-31,17-16,-1-1,5-5,-5-2,0-1,2-2,-1 1,-5 2,-3 2,-11 6,-1 3,36-24,-16 12,-8 3,-1-2,-2-1,4-7,0 3,-3 3,0 6,-8 9,-2 1,-7 5,-4 0,-2-1,-5 4,-3 3,-7 2,-4 4,-3 1,1-7,-4 6,2-7,0 3,-2 0,4-3,-4 2,0 4,-61 6,-10 24,3-3,-5 5,4 9,1 6,-14 12,-1 5,-1 3,1 2,2 1,2 0,4-3,3-3,13-11,0-2,-1 0,0-1,-1-1,-1-1,-2 0,-2 0,-7 2,-3 0,0-1,0 0,4-3,0-2,-2-1,-1 0,5-4,-1 0,-1-1,-1 0,-1 0,2-2,10-3,2-1,-39 16,12-2,10 2,7 1,10-1,8-3,8-2,8-6,7-1,6 2,3 16,-1 21,-2 21,6-36,0 1,-5 43,9-18,2 6,0 6,0 2,-3 1,-4 0,-7 2,-8-5,-5-26,-5-5,-6 4,-2-2,0 0,2-1,4-5,2-3,-21 33,15-21,15-17,9-14,9-9,5-10,32-54,31-33,-7 4,7-6,-14 21,2-1,1 1,2-2,1 0,-2 0,-1 3,-2 0,0 3,14-15,-1 4,-11 11,-2 4,-7 10,-3 4,24-15,-13 13,-8 10,-11 9,-12 9,-91 60,26-14,-5 5,-2-2,-6 4,1 0,6-3,1 1,1-1,-20 12,3-3,9-9,3-3,4-5,2-2,6-4,1-2,-31 20,17-11,16-8,20-19,44-44,22-20,-1 4,6-3,7-8,7-5,1 2,-1 7,2 3,2 1,5-2,2 1,1 1,4 1,2 1,2 2,-19 12,2 1,0 1,0-1,2 1,1 0,-1 0,1 1,19-10,1 1,-1 1,-3 2,-1 1,-1 3,-8 5,-2 2,-1 2,-7 4,-2 2,0 2,25-9,-3 3,-15 5,-3 3,-12 3,-2 1,41-15,-7-3,-34 12,2-2,4-2,1 0,-6 3,-1 3,38-7,-24 13,-10 9,-6 2,-6-3,-7-2,-12 0,-16 1,-75 4,13 1,-8 2,-3 2,-7 3,-2 2,-7 3,-3 3,0 3,-8 4,-1 3,0 3,-2 3,1 4,1 1,3 0,3 1,1 1,7-2,2 1,3 1,10-4,2 1,3 0,-13 10,7-1,13-6,5-2,-10 17,34-19,45-16,50-22,-16-7,6-5,15-7,2-4,6-6,0-2,0 0,-1 0,-3 0,0 0,-1 2,0 1,0 1,2 2,3 2,3 4,2 3,0 5,-3 4,0 4,0 4,1 3,-4 1,-1 1,-7 2,-2 2,-7 3,-5 3,31 17,-31 7,-23 0,-16-4,-12 2,-34 12,-50 18,9-22,-9 0,11-10,-4-1,-1 0,-3 0,-1-1,1 0,1-2,0-1,1 0,-22 9,3-2,12-2,3 0,8-1,4 2,9-2,2 2,5 1,1 3,0 1,-1 3,-3 3,-2 1,-3 2,-1-2,-1-1,0-2,6-4,2-4,-25 16,21-17,23-20,24-40,39-61,1 14,7-8,-10 20,2-2,2-1,1 1,1 0,-1 2,13-18,-3 6,-12 20,-4 6,16-17,-28 36,-28 24,-42 25,-9 9,-9 6,-20 11,-4 4,24-12,-1 0,0 1,3-1,-1 0,3-1,-15 10,4-3,7-4,2-1,2-3,2 0,4-4,3-2,4-4,2-1,-28 13,24-10,19-11,17-9,61-35,-6 6,7-4,32-15,10-3,-14 10,4-1,2 2,2 0,1 2,-1 2,-6 4,-2 3,-3 2,17-2,-9 6,3 9,-38 15,-25 25,-33 38,-10-15,-10 5,-16 16,-9 2,13-22,-3 0,-2 0,0 1,-2-1,0-2,-18 20,1-3,6-6,2-3,7-8,4-3,11-10,3-2,-15 19,31-33,16-16,42-12,20-8,-5-2,5-4,8-8,2-5,14-12,3-6,-28 14,0-3,0 1,24-18,-2 1,-11 6,-4 1,-13 10,-3 2,28-22,-18 15,-11 10,-10 9,-7 10,-14 8,-55 74,2-20,-8 4,-2 3,-4 5,-2-1,-2-2,-1 0,-1-1,-1 0,0-1,1-2,-18 13,4-5,7-8,3-6,12-13,4-5,-24 10,19-15,15-9,11-5,9-5,2-4,-6 1,39-34,23-17,8 0,7-4,5-2,2-1,3 0,1 0,-1 5,-1 2,-7 8,-1 3,-4 6,-2 2,-6 5,0 2,36-17,-2-1,7-5,-41 20,0-1,3 0,0-1,1 1,0-1,-5 2,-2 0,34-20,-17 4,-9 4,-6 1,7-5,7-5,6-5,-1 2,-11 9,-11 7,-13 8,-6 3,0 1,-1-1,1 2,3-2,8-1,10-8,11-7,0 0,-6 4,-11 9,-11 9,-8 3,-2 2,-2 0,-2 1,-2 1,-2-5,-2-7,0-6,-1-2,-1 5,-1 5,0 5,2-1,0-3,-1-2,0-1,-1 1,-1 1,-1-1,0-6,-1-3,-1-3,1 0,-3 5,0 2,0 4,0 4,-3 3,-15 4,-24 5,-25 3,-17 1,0 0,8 0,9 0,0 0,-10 0,-21 15,37 4,-2 7,-10 10,-1 8,-8 11,0 4,27-18,1 1,0-1,-26 19,2-1,6-5,1-4,6-6,0-3,3-3,0-1,3-4,-1-1,-1-1,0-2,0-2,0-1,2-4,1-2,6-3,1-2,-37 10,12-3,0 3,-5 4,-10 7,43-15,1 1,-2 1,3 2,-32 18,5 1,-5 3,-4-1,-1 0,23-13,25-19,-2-12,-28 7,16 1,-4 6,-30 17,-6 9,27-11,-1 2,1 2,2-1,1 2,1-1,-21 15,5-3,23-14,3-3,-34 22,15-12,17-12,19-8,14-12,42-40,20-19,-11 13,4-3,6-7,5-5,0 2,12-11,-1 2,1 2,0 1,0 0,1 0,-1 2,0 1,1 3,-1 1,-1 2,0 2,-2 3,1 1,-5 5,0 3,-6 5,-5 3,8-4,-19 14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6:50.881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1 276,'51'-61,"-1"4,14 11,-9 7,-5 10,-11 7,-12 9,-5 7,-5 4,0 2,1 0,-1 0,-3 0,-1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7:05.048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1088,'46'-40,"1"0,0-1,2 0,4-3,2-2,0 1,1 1,1 0,0 1,3 0,1 0,-4 3,2 2,4-1,2 0,-1 1,0 0,-3 2,0 1,-1 2,-2 0,-8 4,-1 1,-4 4,0 2,36-14,-8 7,-13 11,-16 6,-12 5,-15 10,-56 42,-25 14,2-5,-6 4,3-2,-2 1,16-13,0 2,-1 1,2 0,0 0,1 1,0 0,0 0,0 0,1 1,0 0,2 0,-15 16,3 0,5-4,1-1,7-5,3-2,3-6,3 0,5-6,1-2,-21 31,6-9,3-5,4-6,5-8,9-10,11-11,9-10,45-36,31-30,-12 6,6-5,8-9,3-2,-23 19,1-1,1 0,0-1,2 0,-1 1,-2 2,0 1,1 1,-2 2,0 1,1 1,28-16,-1 2,-4 5,-1 1,1 3,-2 1,-4 2,-2 3,-6 3,-3 3,-4 4,-2 2,31-13,-27 15,-23 12,-20 11,-72 58,-14 12,4-7,-6 4,7-5,1 0,-3 2,0 0,-3 0,-1-1,3-2,0-2,3-1,1-1,3-3,3 0,9-7,3-2,5-3,3 0,-24 28,13-10,10-7,1-6,3 1,0 1,0 4,1-2,3-7,8-10,6-9,11-7,87-59,-40 13,3-5,9-5,5-7,0-1,-3-2,-2-2,1-1,4-3,1-2,0 0,2-3,0 0,0 1,-2 3,0 1,-1 2,-4 3,-1 1,0 3,19-16,0 5,-7 7,1 4,-4 3,0 3,-3 6,-1 1,-2 1,0 1,-3 2,-1 2,-5 2,-1 1,30-14,-21 11,-16 8,-6 4,1 1,0-1,0 2,-6 2,-15 5,-45 29,-20 12,-21 14,-2 2,-6 5,14-6,1 0,-5 4,-1 0,-4 3,0 0,7-6,3 0,11-8,3-2,8-4,3-1,4 0,2 1,-30 34,4 1,2-2,3-4,3 0,1 0,3-1,5-1,6-1,-2 7,1-2,2 0,5-8,5-3,0 21,59-94,12-11,2-10,5-10,3-3,3-2,2 3,-4 7,-1 8,-1 4,-1 3,0-1,3-2,3 1,1 3,0 6,-6 6,-7 6,-6 4,-4 0,-2 0,-1-1,0-2,1 2,4-2,4-3,7-3,1-4,-4 2,-10 3,-10 5,-15 7,-63 37,-11 3,3-3,-5 2,9-5,0 0,-3 2,0 1,-1 0,1 1,0-1,1 2,0 1,0 0,5-1,0 1,1 0,2 1,1 0,2 1,3-3,3 0,3-1,3 0,-26 32,9-7,4-1,4-3,2-3,3-1,7-10,9-9,9-11,8-9,4-6,2 10,33-19,26-19,-8-8,5-7,9-11,2-5,1-2,1-1,0 1,0 0,0 1,-1 1,-6 6,0 0,-2 2,-1 2,-7 5,-2 3,-5 3,-1 2,36-20,-9 10,-7 4,-6 5,-4 4,-6-2,-3 3,2-3,8-3,11-1,4 0,-7 5,-17 7,-15 8,-13 5,-7 4,-53 43,-14 2,5-5,-4 2,3-6,-1-2,1 0,0 0,3-1,1 1,3-2,1 0,-31 25,15-8,12-11,10-6,7-3,-2-1,-1-1,-1 0,1 0,0 0,2-1,-2 2,-4 4,-5 3,-2 0,-3-1,3-2,3 0,1-1,5-5,6-2,6-5,7-3,3-3,1-1,-2 2,-1 2,-2 0,3-5,5-2,-4 0,4 0,-3 3,1-3,0 0,-5 1,1-3,-5 1,4-1,-2 1,-3-2,-3 1,0-3,2-2,6 0,70-9,-18-2,51-4,-47 2,-11 5,-12 3,-6 3,10-9,8-5,20-15,15-8,12-8,5-4,-2 3,-9 5,-6 1,-3 1,5-5,1-3,-6 4,-11 3,-14 12,-10 9,-5 1,-10 12,-2-2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7:20.76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322 2171,'58'-11,"0"-1,3-2,1-1,1-4,1-1,1-2,-1-1,-7 2,-1 0,-4-2,-1 0,-3 0,-1 0,-2 0,0 0,1 0,1 0,-1 0,1-1,0 0,0-1,0-1,-1-3,1-2,0-2,2-4,0 0,1-3,0 0,-1-1,0-1,-1 2,0-1,-1 1,-1 1,0 2,0 0,1 2,-1 2,1 1,0 0,1 0,0 0,1-1,0-1,0-2,1 0,0-1,2-1,4-4,0-2,0 1,1-1,1-3,-1 0,-1 0,-3 1,-7 7,-3 2,26-24,-25 22,-21 18,-11 8,-7 4,-3-9,-2 3,0-8,-1 6,-6-2,-12 1,-22 4,-20 6,-12 6,-5 2,2 8,1 14,-4 19,1 15,2 8,7-1,8-4,3 0,1-1,-1 0,-4 3,0 3,2 5,1 2,0-1,-2-2,-7 1,28-33,-1 1,-3 0,-1 0,-4 2,-1 0,-2 1,1-1,1 0,0-2,-1 0,0-1,5-2,1-1,-37 24,12-7,16-8,9-4,6-4,1 2,-1 1,-1 1,0 2,3-2,4-3,5-3,7-4,4-6,4-6,0-4,-3 1,-5 2,-4 4,-2 2,-5 10,-9 13,-9 15,-10 12,1-3,7-6,8-10,10-11,6-8,8-10,8-9,32-56,7-1,2-2,2-4,24-29,0-2,-5 4,-2 1,6 1,7-1,-26 36,2 1,3-1,2 0,6-3,1 1,4-1,2 0,3-3,0 2,2-1,0 1,-3 3,0 0,-1 2,0 2,-1 2,-1 2,0 2,0 0,2 2,0-1,1 2,0-1,1 2,1-1,-1 1,0 0,-3 2,0 0,-1 0,-1 0,-2 0,-1 1,-2 0,0 1,40-17,-10 6,-12 7,-5 6,-2 5,-7 5,-8 5,-15 4,-13 4,-71 72,16-29,-6 4,-4 5,-5 7,-1-1,0-2,0 1,1-1,1 0,2 0,0-1,4-3,1 0,1-2,-17 21,2-2,6-7,0-2,1-3,2-2,3-4,1-2,4-7,2-2,-26 28,18-21,21-21,13-14,80-79,-26 27,4-5,6-6,7-5,0 0,-3 5,0 1,0 0,-1 2,0 1,0 2,24-17,-1 4,-6 7,-1 4,-7 7,-1 3,-6 4,-3 3,29-10,-21 14,-14 10,-9 7,-7 3,-7 2,-8 1,-48 19,-16 9,0-2,-7 4,-6 4,-3 2,-8 6,-2 1,-11 4,-2 1,27-14,-1 0,0 0,-3 0,-1 1,-1-1,-1 0,-2 1,2-1,4-2,0-1,2 0,-26 13,4-1,9-4,5 0,11-5,5-1,7-1,3-1,-22 22,20-4,10-4,9-2,6-5,7-9,8-8,8-9,21-6,37-22,-10-5,6-7,17-11,5-7,-17 9,2-3,0-2,6-3,1-1,1 0,6-4,2 1,2-1,4-1,2 0,1 0,-20 14,0-1,0 2,0 0,18-7,0 1,-2 2,-6 4,-1 1,-2 2,-10 5,-1 0,-2 3,19-8,-4 2,-7 4,-3 1,-7 4,-3 0,-3 3,-1-1,-2-1,-1 1,0-1,-2 1,25-10,-40 9,-67 35,-25 11,9-6,-6 3,-5 3,-6 4,3 0,-7 3,3 0,4 2,3 1,7 1,4 3,6 1,4 4,0 6,3 3,-1 4,1 4,-8 12,-1 2,-5 7,-1 2,17-26,-1-1,-1 1,0-1,-1 0,0-1,-13 20,1-2,5-8,2-1,7-9,2 0,6-4,2 0,2-1,1-1,1 0,1 0,-20 39,8-22,10-21,9-19,8-16,34-45,19-13,-9 7,3-2,7 0,2 1,2-2,1 1,3-3,1 0,7-4,2-1,3-3,2 1,2-3,2 0,5-3,1 0,-25 20,0 1,1-1,3-2,2 0,0 0,3-2,0 0,1 0,1-2,1-1,-1 0,-4 2,0 1,-2 0,-3 3,0 1,-2 0,19-11,-4 2,-14 11,-5 3,27-16,-34 23,-22 13,-10 7,-51 2,-24 6,6 8,-7 6,-8 11,-3 6,-3 9,0 4,-3 6,1 1,4-2,3-2,8-5,2-1,2-1,2 0,6-3,0 0,-2 3,-2 3,-6 4,-3 2,-8 5,-1 0,-4 2,0-1,2-3,1-3,5-4,1-2,7-3,1-1,0 4,2 2,5 0,1 1,0 2,2 1,2-3,2-1,6-8,1-2,-22 18,28-21,16-1,4 14,4-6,-1-13,35-91,17-24,-5 14,5-2,-3 13,2 2,2-3,2 1,5-3,2 0,5-4,1 1,4-1,1 1,2 2,1 1,-3 5,-1 2,-3 6,-1 2,-3 6,-3 3,-7 9,-1 3,28-9,-8 16,-6 11,-4 4,3 2,9-2,10-3,6-2,-8 0,-13 1,-16-1,-5-4,9-15,11-16,11-14,-1-2,-16 11,-14 17,-20 16,-17 11,-37 7,8 1,-33-5,-2 0,11 2,-6 1,-21-2,-7 3,18 5,-3 1,-2 5,-7 4,-2 4,0 4,-2 6,-1 4,2 5,-1 4,0 4,3 1,2 0,2 0,1-1,9-4,1-1,2-1,-20 10,4-5,15-9,3-5,12-7,2-3,-25 4,15-14,10-6,-3-4,-2 0,-5 0,-2 0,1 0,-2 0,3 0,6 2,1 1,3-1,-1 0,-5-1,-6-1,-12 2,-10 5,-7 4,8 6,14 0,17-1,14-2,3-4,-1 1,-6-2,-2 1,-3-1,3 1,7-3,8-2,15-3,6-1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7:23.89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0 895,'98'-20,"-6"2,-27-1,-3 4,0 1,-4 2,8 1,-4 2,-5 4,-7 3,-11 2,0 0,-3 0,-1 0,-5 0,-3 1,-2 4,-5 4,0 5,-3 5,1 1,0 3,0 2,4 2,6 0,3 2,4-1,1 1,0 0,1-1,-4 1,0-2,-1-1,2-2,2-2,-1-2,1-7,-3-4,1-6,-1-3,-2 0,-2 0,-6 0,-6-2,-8-9,-4-6,-4-16,-1-4,-4-5,-7 1,-11 8,-16 4,-16 7,-13 8,-4 5,3 5,9 3,10 1,7 0,4 0,2-2,0-3,0-4,0-8,0-3,0-4,0-2,-3-1,0 0,-2 0,-3 2,2 1,0 1,0 0,1 2,0-1,4 0,8 1,9-2,9 0,6-5,5-8,15-8,15-5,10-1,4 5,-8 7,-8 7,-6 4,-2 4,-4 2,-3-1,-3 4,-3 2,-2 5,4-12,-4 7,1-9,-6 10,-2 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7:30.6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2955 246,'-86'0,"33"6,-2 3,-10 5,-2 5,-7 8,-1 6,-2 8,0 2,4 0,-1 2,15-12,-2 2,1-2,-28 14,1-3,4-4,2-1,5-5,3-2,18-10,1-2,-1 1,-1 0,-1-1,0 0,-2 1,1 1,2 1,1 0,6 1,3 1,-36 31,10 6,3 7,1 4,6-3,13-11,16-17,13-16,10-13,6-5,-1 19,-7 3,-15 30,-19 6,-15 11,28-37,-1 0,-28 31,13-17,15-16,16-19,15-20,34-31,3-1,7-4,14-11,5-1,8-5,4-1,-16 13,3-1,0 1,5-3,2 0,0-1,6-3,2-1,1 0,5-3,2-1,0 0,-2 2,0 0,1 0,-16 10,0 0,2-1,0 1,4-3,2 0,0 1,0-1,-1 2,1 0,-1 0,0 2,-3 3,-1 0,0 2,-2 2,13-4,-2 3,-4 4,14-1,-5 7,-17 8,-5 6,23 4,-29 9,-11 4,-9 5,-7 3,-5 0,-4-4,-3-2,0 0,0-1,-16-41,-8-8,-17-38,-9 14,-26 18,-25 22,36 20,-3 3,0 2,1 1,-32 0,11 5,1 14,-4 18,-5 16,41-22,0 0,0 1,0 1,-1-1,-1 1,-2 0,-1-1,-1 2,-2-2,-2-1,0-1,0 0,0-1,-1-1,-1 1,-2 1,-2 1,0 3,0 0,-4 4,0 0,0 0,0 0,3-1,-1 1,0-2,1-1,2 0,1-1,-1 1,1 1,1-2,1 1,4-3,2-1,-34 23,23-13,18-9,15-11,9-7,3-3,-5 4,-15 16,-19 18,-13 14,-5 0,10-13,20-16,17-14,16-10,51 1,19-4,-4-1,7-1,9-2,4-3,-16-5,3-2,3-3,9-6,3-3,1-4,9-5,2-4,0-3,-20 6,0-3,0 0,-1 0,-2 1,0-1,-1 1,-1 0,15-7,-1 0,-2 2,-8 4,-1 2,-2 1,25-7,-3 2,-6 2,-2 3,-4 2,-2 2,-5 0,-2 1,-5 3,0 0,-6 3,-2 1,-8 2,-3 3,21-3,-36 7,-112 25,31-1,-6 2,-6 1,-7 1,1 3,-25 16,1 3,30-12,-1 0,0 3,-1 0,1 3,0 0,0 1,1 1,0 1,1 0,0 1,1 1,1-2,1 2,1-2,-25 19,2-2,2-1,1-2,3-2,2-2,2-2,2-2,5-3,2-3,7-4,2-2,6-5,2-1,-31 20,4-4,-2 1,-3-1,1-3,7-5,12-11,15-10,15-8,8-5,7-1,-14 0,-8 0,-19 0,-1 5,4 2,12 2,15-4,75-43,22-9,-6 8,7-3,3 3,1 2,1 2,2 1,4 2,2 2,3-1,1 2,-1 1,2 1,-27 8,2-1,-1 1,-3 1,0 0,-1 0,0 0,-1 0,0 0,28-7,-2 1,-9 2,-3 0,-6 2,-4 1,-11 3,-5 1,24-8,-28 8,-23 6,-61 48,-15 11,1-3,-5 3,3-2,-1-1,-1 2,0 0,-5 2,0 1,1-3,1 0,1 0,-1-1,2-4,0-2,9-7,0-2,2-3,1-1,-32 18,7-4,0-1,-1 4,6 1,8-4,15-6,18-18,11-11,64-29,-2-8,0 4,3 0,31-16,-3 5,5 10,3 8,-3 9,-1 5,-15 4,-7 0,-7 0,-10 0,-9 0,-8 0,-7 0,-7 1,-7 13,-6 17,-13 20,-13 20,-9 3,-3-6,7-15,12-18,8-13,4-7,6-1,28-5,4 0,27-6,-6-3,-7-2,-5-5,-12-5,-8-1,-8 0,-7-2,-2 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7:37.1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110 951,'55'-28,"-1"0,1-3,-1-2,-5-2,0-2,8-4,1-2,6-2,1-1,2 2,3 0,1 3,0 1,-2 5,-2 2,-1 3,-2 3,-4 4,-2 2,-7 4,-1 1,36-9,-10 5,-5 2,-4 2,-1 2,-6-1,1-2,-1 0,5-2,5 3,2 3,-2 4,-5 2,-9 3,-8 2,-10 1,-10 1,-7 0,-12 1,-68 25,-34 6,16-5,-6 2,-3 0,0 0,3-1,0 1,6 1,2 1,6 0,2 2,6 0,3 3,0 5,2 4,-1 4,2 3,-2 7,0 3,-3 6,1 1,4 0,1-1,2-4,3-1,6-10,4-2,-17 24,21-25,20-19,10-11,5-3,3-4,38-6,22-22,-7-6,7-6,11-13,3-6,-16 8,2-3,2 0,7-4,3 0,1 1,4-1,1 1,1 2,-2 4,0 1,0 3,-5 3,0 3,-1 2,-7 4,-1 2,-1 2,23-3,-2 3,-10 5,-3 3,-13 2,-4 3,23-2,-31 4,-31 5,-46 22,-26 9,-5 5,-10 4,-3 2,-9 4,0 1,18-11,-1 0,0 1,0 0,-2 3,-1-1,1 1,0 0,1-1,1 0,1 1,1-2,-15 12,2-1,3 0,8-4,2 0,2-1,7-3,3-1,1 1,-14 17,5 0,8-6,5-1,8-7,5-1,-16 23,20-21,15-18,15-15,56-43,-18 2,3-6,27-21,7-8,-20 14,2-3,1 0,8-6,2 0,3-1,-13 12,2 0,2 1,0 0,4 0,1 0,1 2,0 1,-1 3,0 1,-1 2,0 2,16-6,-1 3,-2 3,-11 6,-1 4,-3 3,14-1,-6 4,-18 7,-5 3,14 1,-43 8,-60 15,-27 6,12-3,-6 1,-10 4,-9 2,3 0,12-2,1-1,0 2,-4 3,-1 1,-2 2,-5 3,-2 3,-1 2,11-4,-1 3,-1 1,-1 1,-6 4,-1 1,0 2,-2 3,11-5,-2 3,0 0,1 2,2 0,-12 10,2 1,1 1,3 0,9-6,1 1,3-1,3-1,-7 10,4-2,7-3,5-1,9-4,-9 21,69-54,74-53,-18-3,9-6,-15 7,4-2,2 1,6-3,3 1,2 2,-18 9,1 1,1 2,1 1,4 0,1 2,1 1,-1 0,-2 2,-1 2,1 0,-2 0,19-1,-2 0,-3 1,-15 3,-3 0,-6 1,4-1,-9-2,21-13,-26-13,11-16,-15 18,5-2,11-6,4-1,-1 2,0-1,-2 2,-3 0,-10 6,-5 1,28-23,-20 7,-17 10,-13 9,-13 9,-18 9,-44 8,1 11,-9 6,-20 10,-6 7,17-2,-2 4,0 2,-4 7,0 4,1 2,-3 5,0 2,1 2,0 2,1 1,2 0,4-3,1 0,2-1,7-4,1-2,3-2,-10 8,5-5,-19 14,35-28,53-45,62-48,-11 11,7-4,-13 10,4-2,0 1,4-3,1 0,-1 2,-3 2,-1 2,-1 1,22-17,-2 3,-8 7,-4 2,-11 10,-4 2,-8 6,-4 3,18-6,-28 15,-37 14,-67 29,2 1,-11 4,9-4,-7 2,-1 1,-11 3,-3 1,0-1,22-10,0 0,-1-2,2 0,-20 3,1-1,1-2,9-4,1-1,1-2,6-2,2-2,1-2,-23 2,5-3,10-2,5-2,12-3,4 0,-21-2,28-2,19-12,16-20,8-28,22-26,2 37,6 1,8-3,6 3,5 1,3 2,-3 6,1 2,29-26,-21 18,-21 15,-21 12,-25 8,-36 7,-40 25,26 3,-4 8,-6 9,1 7,-4 10,3 4,3-1,4 2,11-7,5 0,9-9,4-2,-13 18,24-22,14-18,6-8,2 0,-1-1,-8 9,-3 8,-3 3,3 1,8-8,8-12,5-4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8:21.7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2955 246,'-86'0,"33"6,-2 3,-10 5,-2 5,-7 8,-1 6,-2 8,0 2,4 0,-1 2,15-12,-2 2,1-2,-28 14,1-3,4-4,2-1,5-5,3-2,18-10,1-2,-1 1,-1 0,-1-1,0 0,-2 1,1 1,2 1,1 0,6 1,3 1,-36 31,10 6,3 7,1 4,6-3,13-11,16-17,13-16,10-13,6-5,-1 19,-7 3,-15 30,-19 6,-15 11,28-37,-1 0,-28 31,13-17,15-16,16-19,15-20,34-31,3-1,7-4,14-11,5-1,8-5,4-1,-16 13,3-1,0 1,5-3,2 0,0-1,6-3,2-1,1 0,5-3,2-1,0 0,-2 2,0 0,1 0,-16 10,0 0,2-1,0 1,4-3,2 0,0 1,0-1,-1 2,1 0,-1 0,0 2,-3 3,-1 0,0 2,-2 2,13-4,-2 3,-4 4,14-1,-5 7,-17 8,-5 6,23 4,-29 9,-11 4,-9 5,-7 3,-5 0,-4-4,-3-2,0 0,0-1,-16-41,-8-8,-17-38,-9 14,-26 18,-25 22,36 20,-3 3,0 2,1 1,-32 0,11 5,1 14,-4 18,-5 16,41-22,0 0,0 1,0 1,-1-1,-1 1,-2 0,-1-1,-1 2,-2-2,-2-1,0-1,0 0,0-1,-1-1,-1 1,-2 1,-2 1,0 3,0 0,-4 4,0 0,0 0,0 0,3-1,-1 1,0-2,1-1,2 0,1-1,-1 1,1 1,1-2,1 1,4-3,2-1,-34 23,23-13,18-9,15-11,9-7,3-3,-5 4,-15 16,-19 18,-13 14,-5 0,10-13,20-16,17-14,16-10,51 1,19-4,-4-1,7-1,9-2,4-3,-16-5,3-2,3-3,9-6,3-3,1-4,9-5,2-4,0-3,-20 6,0-3,0 0,-1 0,-2 1,0-1,-1 1,-1 0,15-7,-1 0,-2 2,-8 4,-1 2,-2 1,25-7,-3 2,-6 2,-2 3,-4 2,-2 2,-5 0,-2 1,-5 3,0 0,-6 3,-2 1,-8 2,-3 3,21-3,-36 7,-112 25,31-1,-6 2,-6 1,-7 1,1 3,-25 16,1 3,30-12,-1 0,0 3,-1 0,1 3,0 0,0 1,1 1,0 1,1 0,0 1,1 1,1-2,1 2,1-2,-25 19,2-2,2-1,1-2,3-2,2-2,2-2,2-2,5-3,2-3,7-4,2-2,6-5,2-1,-31 20,4-4,-2 1,-3-1,1-3,7-5,12-11,15-10,15-8,8-5,7-1,-14 0,-8 0,-19 0,-1 5,4 2,12 2,15-4,75-43,22-9,-6 8,7-3,3 3,1 2,1 2,2 1,4 2,2 2,3-1,1 2,-1 1,2 1,-27 8,2-1,-1 1,-3 1,0 0,-1 0,0 0,-1 0,0 0,28-7,-2 1,-9 2,-3 0,-6 2,-4 1,-11 3,-5 1,24-8,-28 8,-23 6,-61 48,-15 11,1-3,-5 3,3-2,-1-1,-1 2,0 0,-5 2,0 1,1-3,1 0,1 0,-1-1,2-4,0-2,9-7,0-2,2-3,1-1,-32 18,7-4,0-1,-1 4,6 1,8-4,15-6,18-18,11-11,64-29,-2-8,0 4,3 0,31-16,-3 5,5 10,3 8,-3 9,-1 5,-15 4,-7 0,-7 0,-10 0,-9 0,-8 0,-7 0,-7 1,-7 13,-6 17,-13 20,-13 20,-9 3,-3-6,7-15,12-18,8-13,4-7,6-1,28-5,4 0,27-6,-6-3,-7-2,-5-5,-12-5,-8-1,-8 0,-7-2,-2 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8:21.7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110 951,'55'-28,"-1"0,1-3,-1-2,-5-2,0-2,8-4,1-2,6-2,1-1,2 2,3 0,1 3,0 1,-2 5,-2 2,-1 3,-2 3,-4 4,-2 2,-7 4,-1 1,36-9,-10 5,-5 2,-4 2,-1 2,-6-1,1-2,-1 0,5-2,5 3,2 3,-2 4,-5 2,-9 3,-8 2,-10 1,-10 1,-7 0,-12 1,-68 25,-34 6,16-5,-6 2,-3 0,0 0,3-1,0 1,6 1,2 1,6 0,2 2,6 0,3 3,0 5,2 4,-1 4,2 3,-2 7,0 3,-3 6,1 1,4 0,1-1,2-4,3-1,6-10,4-2,-17 24,21-25,20-19,10-11,5-3,3-4,38-6,22-22,-7-6,7-6,11-13,3-6,-16 8,2-3,2 0,7-4,3 0,1 1,4-1,1 1,1 2,-2 4,0 1,0 3,-5 3,0 3,-1 2,-7 4,-1 2,-1 2,23-3,-2 3,-10 5,-3 3,-13 2,-4 3,23-2,-31 4,-31 5,-46 22,-26 9,-5 5,-10 4,-3 2,-9 4,0 1,18-11,-1 0,0 1,0 0,-2 3,-1-1,1 1,0 0,1-1,1 0,1 1,1-2,-15 12,2-1,3 0,8-4,2 0,2-1,7-3,3-1,1 1,-14 17,5 0,8-6,5-1,8-7,5-1,-16 23,20-21,15-18,15-15,56-43,-18 2,3-6,27-21,7-8,-20 14,2-3,1 0,8-6,2 0,3-1,-13 12,2 0,2 1,0 0,4 0,1 0,1 2,0 1,-1 3,0 1,-1 2,0 2,16-6,-1 3,-2 3,-11 6,-1 4,-3 3,14-1,-6 4,-18 7,-5 3,14 1,-43 8,-60 15,-27 6,12-3,-6 1,-10 4,-9 2,3 0,12-2,1-1,0 2,-4 3,-1 1,-2 2,-5 3,-2 3,-1 2,11-4,-1 3,-1 1,-1 1,-6 4,-1 1,0 2,-2 3,11-5,-2 3,0 0,1 2,2 0,-12 10,2 1,1 1,3 0,9-6,1 1,3-1,3-1,-7 10,4-2,7-3,5-1,9-4,-9 21,69-54,74-53,-18-3,9-6,-15 7,4-2,2 1,6-3,3 1,2 2,-18 9,1 1,1 2,1 1,4 0,1 2,1 1,-1 0,-2 2,-1 2,1 0,-2 0,19-1,-2 0,-3 1,-15 3,-3 0,-6 1,4-1,-9-2,21-13,-26-13,11-16,-15 18,5-2,11-6,4-1,-1 2,0-1,-2 2,-3 0,-10 6,-5 1,28-23,-20 7,-17 10,-13 9,-13 9,-18 9,-44 8,1 11,-9 6,-20 10,-6 7,17-2,-2 4,0 2,-4 7,0 4,1 2,-3 5,0 2,1 2,0 2,1 1,2 0,4-3,1 0,2-1,7-4,1-2,3-2,-10 8,5-5,-19 14,35-28,53-45,62-48,-11 11,7-4,-13 10,4-2,0 1,4-3,1 0,-1 2,-3 2,-1 2,-1 1,22-17,-2 3,-8 7,-4 2,-11 10,-4 2,-8 6,-4 3,18-6,-28 15,-37 14,-67 29,2 1,-11 4,9-4,-7 2,-1 1,-11 3,-3 1,0-1,22-10,0 0,-1-2,2 0,-20 3,1-1,1-2,9-4,1-1,1-2,6-2,2-2,1-2,-23 2,5-3,10-2,5-2,12-3,4 0,-21-2,28-2,19-12,16-20,8-28,22-26,2 37,6 1,8-3,6 3,5 1,3 2,-3 6,1 2,29-26,-21 18,-21 15,-21 12,-25 8,-36 7,-40 25,26 3,-4 8,-6 9,1 7,-4 10,3 4,3-1,4 2,11-7,5 0,9-9,4-2,-13 18,24-22,14-18,6-8,2 0,-1-1,-8 9,-3 8,-3 3,3 1,8-8,8-12,5-4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8:54.5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1030 3219,'89'0,"-7"0,-15 0,-6 0,-6 0,-1-3,1 0,-2-2,5-2,6-1,4-1,6 1,-3 0,0 0,0-1,0 1,-1 2,-3-2,1-2,-1-1,1-1,-1 2,-1 3,-4-1,-4 1,-5-1,-9 1,-10 2,-8 2,-7 2,-6 1,7 0,-5 0,6 0,-5 0,-1 1,0 3,2 6,-1 4,-2 3,-2-1,-5-3,-3 7,-2-5,-2 12,-6-1,-13 3,-11 0,-7-4,4-6,10-7,7-4,3-2,-3 0,-7 2,-9 1,-8 2,-9-2,-11 1,-12-2,-11-5,-10 0,-1-3,4 0,4 0,14 0,7 0,8 2,6 1,0 2,2 2,1 0,0 1,0-2,1 1,7-3,5 1,0-1,0-2,-4 1,4-1,3-2,2 0,1 0,-2 0,-2 0,-4 0,1 0,3 0,3 0,7-3,5-4,4-6,6-4,-1-7,3-6,1-7,1-8,-1-1,-2-1,-3 4,-2 3,-2 4,0 2,4-4,3-5,5-11,2-11,3-11,14-14,-3 42,4 0,6-4,4 1,5-3,3 0,5 1,3 2,5 0,4 2,3 3,3 3,7 4,3 4,1 5,2 5,0 6,0 4,1 5,-2 5,-6 1,-1 5,-3 4,-2 5,-6 6,-3 6,-6 6,-5 5,-5 7,-4 3,8 41,-22 2,-38 3,-8-43,-10-2,-11 3,-7-3,-12 0,-5-4,-1-3,-2-3,3-5,0-4,6-5,1-5,10-3,3-5,-33-11,28-26,24-28,18-36,18 38,9-3,12-6,11 2,11-2,9 4,15 0,8 6,8 6,3 5,-3 9,1 6,-6 7,-2 7,-13 7,-4 9,35 31,-57 2,-8 10,-5 15,-10 7,-12 13,-15 2,-19 4,-15-3,4-27,-7-3,-6-3,-9-1,-6-4,-1-4,0-5,-2-2,0-5,4-6,-1-2,1-5,-26 2,2-7,12-7,2-7,3-10,6-9,12-7,9-9,13-6,8-6,8-4,12-1,16 1,12 1,11 2,11 3,16 1,9 5,15 2,6 5,1 6,0 3,1 3,-2 4,-8 3,-2 1,-10 3,-1 1,-4 0,-3 1,36-12,-29-20,-30-44,-28 21,-10-6,-6-16,-9-3,-8 0,-11 3,-17 6,-11 9,-11 11,-8 12,-7 12,-4 10,-2 6,-1 10,5 12,1 8,4 5,2 6,8 7,2 6,6 6,4 3,5-1,3 0,7 0,3 0,8-5,4-1,-17 23,19-11,14-13,10-8,16-9,24-6,40-5,-14-6,6-4,16-6,3-7,11-10,2-9,-28 6,0-4,-1-3,0-2,-1-4,-2 0,-1-1,-1-1,-2-1,-3 1,-1 1,-2-1,18-19,-3 0,-6 3,-5 0,-8 6,-5-1,-9 7,-6-1,7-39,-19 12,-21 7,-36 4,-38 13,18 32,-6 6,-13 3,-6 7,-10 8,-4 12,25 3,-3 6,1 5,-8 7,0 7,2 2,2 5,1 3,3 0,7-1,3 1,3-2,-12 12,9-2,20-16,7-2,-14 23,29-18,16-8,12 0,24-3,30-7,29-10,-34-14,2-3,1-4,0-6,0-5,-1-6,2-7,-2-5,-2-8,-1-4,0-4,-1-2,-2-3,-1 0,-3 0,-3-1,-1 3,-3 2,-4 5,-2 3,22-30,-8 15,-4 9,3 0,3 3,1-1,-6 6,-9 11,-8 7,-4 4,1 0,4-5,-1 3,-7 1,-7 4,-55 4,-31 7,6 8,-9 8,13 4,-3 4,1 3,-3 2,1 1,2 2,-21 14,7 0,19-9,10-4,13-5,33-11,62-25,7-9,-11 1,1-1,-7 0,0 0,1 1,1 0,-2 1,0 1,41-10,-13 6,-8 7,0 4,1 4,-1 0,-1-1,-6-2,-6-5,-7-2,-5 0,-6 0,-4 4,-5 5,-6 2,-6 3,0 4,-2 9,-3 2,-2 11,-6 3,-3 11,-7 20,-14 25,4-30,-3 3,-4 4,-1 0,-2 2,-1 0,1-3,0-2,1-4,1-1,2-2,1 0,1-3,0-1,-18 42,1-4,5-3,7-3,7 3,8-5,5-10,4-17,4-19,5-15,13-14,32-26,-8 1,4-5,12-8,4-4,10-6,2-3,-1 1,-1 1,-4 3,-3 2,-6 4,-4 4,28-16,-27 18,-26 11,-17 4,-8-5,-5-9,-9-9,-16-1,-25 6,-33 14,31 14,-3 3,-4 2,0 1,3 1,3 0,-28 3,29 2,28-1,18 0,52-23,2-6,37-17,-19 6,-11 9,-13 10,-11 9,-9 6,-8 11,-6 24,-10 33,-9-18,-6 3,-9 9,-5 2,-9 1,-4 0,-5-1,-2-2,3-4,1-1,6-9,3-2,-17 25,25-23,18-15,21-9,28-6,33-6,-18-12,5-7,12-10,4-8,10-11,0-7,-26 11,0-3,-1 0,26-18,-4 1,-19 13,-4 2,26-15,-18 19,-10 12,38-8,-42 19,1 1,-2 1,0 2,39-2,-32 10,-12 3,-8 4,-9 5,-11 1,-6 0,-33 9,-30 1,6-6,-6 2,-12 0,-2 0,-6 2,-1 0,1 1,1 1,2 1,1 2,7-1,3 3,5 1,3 2,7-1,3 2,-22 27,21 0,17 3,14 7,9 2,2-6,0-10,2-15,16-13,29-11,42-8,-23-11,6-7,16-9,3-6,2-6,-1-3,-4-5,-1-2,-5-1,-2 1,-8 4,-2 1,-7 4,-3 1,-11 8,-6 2,-2 4,-127 57,34-14,-7 4,-6 2,-9 3,2 1,8-2,1 0,1 1,-2 0,1 0,1 1,3 0,0-1,2 1,-24 17,3 1,7-4,4 0,8-3,4-1,8-5,2-2,6-4,4-2,-22 25,14-10,16-11,20-18,44-42,6-11,9-8,23-17,6-4,-19 16,2-2,0 2,1 0,0 2,0 3,-5 4,-1 2,-1 2,17-8,-3 3,-9 7,-3 3,-13 6,-2 2,29-15,-11 6,-10 4,-10 5,-11 8,-12 5,-8 9,-43 43,-22-2,6-2,-4 2,-4-7,-2-1,1 1,0-1,5-2,1 0,2-2,2 1,4-1,1-1,-33 30,9-5,20-13,13-10,6-5,-2 0,-7 3,-8 1,-3-1,-3-2,-3-3,-1-2,-1-1,6-2,12-1,9-6,14-4,85-8,7-9,-5 0,5-4,-11-2,-3-2,-4 0,-1-1,-7 0,-2 0,33-16,-15 1,-9-5,-6-3,-4-3,-4-5,-2 1,-3 2,-6 9,-6 9,-6 7,-7 7,-7-1,-5-5,-3-4,-1 1,0 3,0 5,0 1,-1-9,-3 5,-10-7,-15 6,-25 3,-27 2,27 9,-4 1,-17 1,-4 1,-6 1,-1-1,-4 1,1 1,2 2,2 2,12 3,3 3,4 3,2 2,6 3,2 3,3 0,2 2,-2 1,1 0,-2 3,0 1,-2 2,2 1,5-1,2-1,-30 23,7-16,-11-18,28-13,-4-3,-8-1,-1-2,-2 0,0 0,7-1,1 0,-37-4,19 0,17 4,9 0,5 2,6 0,10 0,6 0,6 0,4 0,0-2,-2-10,-1-14,-2-12,1-12,2-5,5-8,5-13,8-14,6 40,3 0,4 0,3 3,25-35,2 22,-8 20,-7 14,-12 12,-81 48,3-4,-2 2,-4 2,18-12,1-3,-45 14,9-7,11-8,20-6,7-2,10-2,6-3,4-1,12-3,3-1,-7 0,2 0,-5 0,7-3,5-10,3-8,4-16,2-13,7-13,5-7,5 2,3 9,-6 8,-6 3,-5 1,-3 4,0 6,0 7,0 5,2 0,7-4,15-7,13-5,10 3,2 6,-5 9,-6 6,-7 4,0 2,3 1,7 2,3 2,1 1,-4 2,-6 1,-7 1,-5 1,-5 0,-1-2,1 0,-1-3,0 1,-4 0,-56-13,5 8,-51-7,17 12,-5 10,-3 15,0 14,17 5,22-11,23-20,15-18,-6-19,-4 5,-6-1,1 13,6 7,60-5,-3-6,52-6,-19-4,-5 3,-2 1,-8 4,-10 3,-8 4,-11 4,-8 1,-5 3,-6-2,1 18,-1 1,4 20,1 5,2 6,1 9,0 0,3 2,-3 3,-1 0,-5 1,-5-4,-5-4,0-3,-4-3,0-4,-2 1,-1-2,0 0,-3-3,-1-6,-6-2,-6-3,-6 3,-6 2,1-4,-5 3,-7 1,-3-1,-1 1,10-8,8-6,1-2,-2-1,-5 0,-2-1,4-5,0-5,4-3,-3-2,-5 2,-6 5,-3 6,2 7,2 6,7 4,5 3,4 0,6-4,4-2,3-5,5-2,2 1,2-1,0 1,2-2,4-1,4-1,5 0,-2-5,0-2,0-3,7-2,11 0,9 0,5 0,2-2,-1-1,2-2,5 0,0 0,2 0,-5 0,-6 2,-6 2,-7 3,-2 4,-3 3,-1 3,-3 1,-1 4,-1 7,-3 5,-4 5,-1 2,-5 1,-2 0,-1-2,-1-7,0-8,0-10,-46-23,2-9,-38-18,21 5,13 5,15 8,13 3,10 5,8-9,2 1,4-16,-2-7,2-13,1-2,0 4,3 12,1 11,1 6,1 7,-4 3,5 2,-27 59,13-13,-18 56,14-20,3 9,0-2,0-5,2-8,3-16,2-10,0-15,0-8,-3-3,-2 0,0 3,-5 8,-4 3,-3 3,-3-3,1-6,4-5,1-3,3-2,-12-4,-3-14,-1 2,2-8,30 46,-8-21,16 26,-16-32,0 0,-24 13,14-8,-19 10,57-85,10 6,-5-2,4-2,-5 18,0 5,25-24,-15 14,-10-1,-19 25,-2-4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9:21.882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217 636,'57'-22,"-1"-1,0-1,-1-2,3-3,-1-1,-3 0,-1 1,-1 2,-1 0,0 2,-1 0,-2 2,1 0,-1-1,0 1,-1 1,-1 0,41-18,-7 5,-8 7,-10 3,-8 6,-7 3,-9 6,-7 4,-7 3,-7 4,-63 48,-4 1,-6 1,-5 4,2-1,0 2,-8 10,-3 3,20-19,-1 0,0 1,-1-1,0 1,0 0,0 1,-1-1,1-1,2-2,0-1,0-1,-20 20,1-2,6-4,2-2,7-8,2-1,8-6,3-2,-21 23,21-18,21-18,15-11,19-6,30-10,33-26,-22-1,3-7,12-12,1-6,6-9,2-2,-26 20,1 0,0 0,0 1,1 0,0 1,25-14,-1 2,-5 5,0 2,-4 3,-3 2,-6 6,-1 1,-2 3,-1 1,-4 4,-3 1,42-14,-17 9,-20 10,-18 10,-13 4,-10 3,-2 0,13-17,-1 2,10-12,-5 10,-1 7,-3 5,4 4,-2 3,4 0,5 0,0 0,4 0,-1 0,-1 0,-2 1,0 1,-2 0,-3 1,-2-2,-4 1,-4 2,-1 2,0 3,3 1,0 1,-4 2,-3 0,-7 0,-5 2,-18 4,-33 17,-34 10,26-17,-5 2,-5 3,-1 2,0-1,0 1,0 2,0 0,3 0,2 0,4-2,1-1,3-1,1 0,5-3,0 1,4-2,1 2,1-1,1 2,1 2,2 1,0 0,3 0,-27 27,13-12,16-13,10-7,6-3,1 0,-2 0,-2 3,-6 3,-5-1,-1-2,2-6,8-9,9-5,3-4,-16 4,-4-3,-23 2,0-6,-5-3,3-1,6-5,8-2,13-5,10-1,9-4,4-6,15-12,18-16,30-13,-18 27,4 0,8-2,2 1,6-2,3 3,5 0,4 3,8-1,3 3,0 5,1 3,-1 3,1 5,-4 4,-2 3,-10 5,-3 1,-3 1,-3 1,37 1,-41 0,-51 4,-55 15,-42 13,21 3,-3 7,-5 10,2 4,-1 4,2 4,3 3,6 1,17-10,5-2,4-2,4-2,5-5,4-2,-14 31,14-11,7-8,7-9,5-8,5-12,4-12,41-9,20-22,-5-4,5-5,3-8,0-4,4-7,0-2,-1 1,-2-1,-6 3,-1 1,-3 4,-2 2,-4 4,-2 2,35-20,-12 12,-10 6,-7 5,-2 4,-3 3,-3 5,-8 4,-7 4,-8 2,-11 2,-49 18,-21 13,1-2,-6 6,-3 7,-2 4,-10 8,-2 4,2 2,0 1,2 0,1 0,6-3,2-1,9-6,1-1,6-5,2-2,7-5,2-3,-28 24,10-7,8-3,9-1,6-4,11-8,9-7,8-8,10-8,54-37,23-27,-11 8,6-6,-3-2,1-1,2-1,0 1,-4 5,-1 3,-8 6,0 3,-5 5,-1 3,-6 5,-1 1,38-16,-3 3,-7 4,-5 4,-7 5,-6 5,-7 5,-5 2,-9 3,-9 4,-6 2,-7 2,0 0,-85 56,31-27,-5 2,-10 8,-8 5,0 0,2-3,0 1,-1 0,-3 4,0 0,-1 4,-7 7,-1 3,3 2,3-3,3 1,2 0,6-3,3-1,4 0,-13 19,10-3,20-20,6-2,3-4,3 0,-12 33,9-14,1-13,4-17,4-11,1-1,-6 19,-11 27,-10 20,17-39,-1-1,1-2,0-1,-22 37,-2-10,-2-8,-5-4,-7 0,1 0,6-7,11-3,9-8,5-5,5-2,4-5,1-1,1-5,4-2,1-6,4-6,-2-2,-6 0,-5 1,-6 1,-1 0,3-1,1-3,4-1,55-27,22-12,25-25,-24 22,8-6,-3 1,13-14,-3-1,-1 0,-1 0,1-1,1 0,0-1,-1 0,-3 5,-2 0,0-1,-2 1,-6 6,-1 2,-6 3,-1 1,-3 3,-2 1,-5 4,-1 1,28-27,-7 4,5-3,4-5,-1-1,-2 3,-11 10,-6 9,-4 8,-3 5,2 3,0 3,0 1,4-3,0 0,3 0,-3-1,-6 4,-3 0,-6 3,0-1,7-4,5-7,7-4,-1 0,-7 6,-12 7,-8 6,-6 5,-1 1,-3 1,-2 1,5-3,-3 0,8-4,-7 2,-2 3,0-2,-1-3,6-7,-1-3,0 2,-3 3,-3 5,-2 2,-1-3,4-2,-2-2,-3-1,-3 3,-3 3,-1 0,0-1,0-2,0 1,0 1,0-1,0 1,-1 1,-20 4,7 5,-16 5,9 1,-10 0,-14 7,-16 12,-5 9,1 4,9-3,10-9,3-6,1 1,-6 1,-18 14,-18 15,30-12,-2 2,-3 6,-1 1,-5 3,0 2,0 2,1 0,5-3,2 0,2-2,3 0,9-6,3-1,3-1,1-2,-26 25,10-8,9-12,16-14,15-16,65-75,-19 27,4-5,23-29,4-4,-5 9,-2 1,-3 3,-3 2,-3 4,-1 1,-5 7,-1 3,-4 5,-1 4,29-25,-14 19,-11 10,-10 10,-3 3,1 5,-2 0,-1 4,-6 5,-6 2,3 3,-6 0,14-1,-10 3,6 0,-6 2,4 2,3 0,3 2,3-1,0-2,-3-1,-2-2,-3 0,-4 0,-2 0,4 1,-5 1,-40-29,11 18,-37-23,30 25,1 3,8 2,0-2,-4 2,7 0,-9-3,3-3,2 0,-4-2,6 6,-4 2,69 2,-32 0,53 0,-48 2,-8 0,-4 4,1 3,-5 2,5 5,-3-3,1 1,2-1,1 1,1 2,1 0,1 2,1-1,4 3,5 3,8 2,1 1,-1-2,-5-5,-10-4,-6-6,-3-2,-1 4,0 1,3-3,5-18,-6 0,3-11,-3 11,-1 4,6 0,-1 3,-1 0,0 2,0 0,-2 12,-8 11,-19 25,-27 18,-22 12,27-38,-3-1,1-1,0-1,1-1,0-1,-1 1,-1-1,-1 2,-2-1,-2 1,-1-1,-1 0,1 1,-1-1,1 0,-1 1,2-1,2 0,1 0,1-1,1 0,-34 30,4-3,1-4,1-2,-4 0,-3 2,-4 2,36-29,0 0,-37 27,3-8,6-7,3-3,-1 0,-1 0,9-5,14-8,18-9,11-7,3-1,0 2,-5 6,2 2,4-2,11-4,28-7,40-11,-12-5,7-2,15-6,3-3,5-3,2-2,0 1,-1-1,-4 0,-3 0,-4 1,-3-2,-3-1,-3-3,-5-1,-3 0,-5 0,-2-1,-4 1,-1-1,-3 3,-2 0,36-23,-6 8,-9 11,-8 7,-8 5,-5 1,-4-1,-1-3,-2-2,-5 0,-3 5,-5 4,-3 4,-3-1,-1-1,-4 0,-28 0,-17 11,-34 11,-25 25,24 5,-4 8,17-8,-2 2,1 1,-3 4,-1 0,2 0,1-1,1 0,2-3,-10 8,2-2,7-6,1-1,3-5,2 0,1 0,1-1,0 0,1-1,3-2,1 0,-36 24,9-8,8-6,-4 0,-1-2,3-4,6-4,11-6,8-3,11-3,9-3,9-4,90-4,-4-2,-2-2,2-1,-17 0,-3 0,-3-1,-1 0,38-1,-9-1,-6-8,-4-12,0-11,-3-12,-3-2,-7 1,-4 2,-3 2,-1-2,0-3,-1-1,1 1,1 0,4 1,4 0,7-3,4-2,-1 0,-3 4,6 1,12-2,-38 23,3-2,10-5,0-1,-1 0,-1 1,-3 1,-3 1,-4 1,-4 1,18-14,-10 6,-8 2,-4 6,-6 3,-6 5,-4 5,-6 5,-4 5,-53 23,6-8,-50 19,14-16,-7-3,0 0,7-1,11 4,28-5,10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9:50.981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251 0,'-55'0,"4"0,17 0,3 0,5 0,4 0,6 0,1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9:59.56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2191,'49'-24,"-2"-5,-5-2,3-7,1-3,5-3,0 0,-2 1,0 1,-5 2,-4 3,0 2,-5 1,0 2,-1 0,-1 1,6-1,1 0,8-4,3-1,4 0,6-2,4 2,7-2,8-5,8-3,-44 22,1 0,-1 0,0 1,33-19,-12 7,-14 9,-16 9,-7 4,-5 3,-1-3,4-2,2 0,4-5,3-1,4-3,4 0,5-1,2-2,3-3,4-6,6-6,10-9,8-6,-38 28,0-1,0 1,0 1,34-21,-11 10,-14 11,-7 7,-9 2,0 1,0-2,1-1,4 0,-2 0,-5 5,-9 3,-10 5,-7 3,0-11,-3 4,5-11,3 10,2 0,2 3,-3 3,-6-3,-53-2,-2 6,-43 1,18 16,7 8,9 11,8 7,5 1,2 5,-2 3,-3 1,-2 0,1-8,3-6,3-5,4-6,1 0,1-3,2-1,0-5,3-4,0-2,1-2,-1 1,2 0,1 0,1 1,0 1,-2 1,-3 3,0 1,1 2,-1 2,-2 4,-1 3,0 3,4 3,3 0,1 2,2 1,0 0,0-1,-1-1,1-1,-2-2,1-3,2-4,0-2,1 0,-1 0,0 0,-5 5,-3 3,-6 6,-1 3,1-1,4-3,3-6,7-5,4-4,5-3,3-2,-2 0,-1 2,-7 5,-5 4,-5 9,-5 7,-2 0,-2 1,3-7,4-3,2-4,3-4,1-1,0 0,-1 2,0 2,1-1,1-2,3-5,5-5,6-2,0-4,2 7,-4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20:29.66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4491 171,'-71'0,"-8"0,-8 0,1 0,8 0,15 0,9 0,-2 0,1 0,6 0,9 0,13-1,5-1,1-2,1 0,3 0,1 0,3 0,-4-8,5 2,-5-6,4 4,0-3,0 2,0-1,1 3,0 3,-5-2,2 5,-4-1,5 0,-1 2,0 0,-8 3,-1 1,-4 0,-2 0,0 3,0 5,-1 2,1 4,0 2,0 2,1 4,-2 1,0 1,-1-3,2-1,2-1,2-3,3-3,1-4,4-3,0-2,-8-2,-8 3,-12 5,-9 7,1 4,1 2,7-3,6 0,8-4,3 0,0-1,0-1,3 0,3 0,3-1,2-2,0 1,3-1,5-2,-1 6,4-4,-6 8,5-4,0 0,3 0,2 0,-2 5,-2 7,1 4,-2 0,2-5,2-6,1 0,-1 2,1 6,1 0,0-2,2-4,0-6,3-2,12-3,0-6,15-3,-1-2,6 0,2 0,-4 0,-2 0,-2 0,-3-1,-4-4,1-1,-1-4,2-1,3-3,2-6,2-5,6-3,-1 0,-1 2,-6 5,-5 5,-4 4,-3 3,1-1,1-1,4-2,2-2,1-1,-1-2,0 0,3-1,3 1,2-1,0 0,-3 0,-2 1,-3-1,0 1,-2 0,-1 0,0-1,-2 0,3 0,0 1,-3 3,0 2,-5 3,-1 4,-74 9,6 15,-4 0,-4 4,12 6,3 4,-1 0,0 2,3 0,0-1,3-1,1-1,-29 24,10-10,8-9,12-9,1-5,4-1,1-4,-2-1,2 0,1-1,-3 1,-1 1,1 0,0 2,2 0,1 0,-3 0,3-1,8 1,6-5,6-5,-8-1,-20 8,-14 13,-7 8,6 5,11-6,10-7,3 0,4-2,1-1,1 2,3-2,-1-1,-2-1,1-2,0 1,2-3,2-1,2-4,2 0,1-1,1-2,1 1,1-2,2 2,-4 1,-3 2,-3 2,-4-2,2-1,0 1,0-1,2 3,-2-1,1-1,2-2,3-2,2-2,0 2,-1 4,-3 6,1 4,0-3,0-2,2-3,-1 0,-1 0,-3 2,-5 0,1 1,-1-1,1-2,0 0,1 0,-1 0,3-1,3-1,5-1,3-3,-5-2,-11 3,-11 7,-6 4,-2 9,4-2,3-2,5-2,8-6,1-1,1-3,2-1,0-3,4-4,3-1,3-2,-6 5,2-1,-6 3,6-6,4 1,-5 1,3 1,-6 3,4-2,3-1,0 1,3 0,55-27,-20 1,49-28,-33 9,0 0,-2 5,-4 3,-7 8,-3 4,-1 2,0 1,5-3,3-3,4-2,5-1,4-2,6-1,3-1,-3 2,-1 1,-5-1,-2-2,0-3,2-3,3 0,3-1,0 0,-3 3,-3 3,-4 4,-7 8,-8 4,-2 6,3-1,9-5,6-4,0-6,-2-1,-1-3,1-2,-1 1,-1 2,1-1,-1 1,1-2,2-3,1 0,0 0,0 2,-5 3,1 0,-1 1,-6 4,1 2,0-2,1-4,2-7,-1 2,-5 3,-1 2,-3 2,-2 1,2 0,0 0,3 0,-2-1,-1 1,1 0,-1-1,2 1,-1-3,0-1,-3-4,-2-4,-1-2,-1-5,0 2,-3 3,-2 7,-3 4,-2 5,2 1,0 2,0 0,0-2,-1-1,1-4,0-3,1-2,-1-4,1-1,1 0,0-1,-3 2,-2 1,-2 2,-2 3,1 3,1 0,0 2,-11 4,-18 5,-17 8,-11 6,-5 5,3 2,1 2,3-5,6-2,2 0,2 1,1 2,-1 2,0-1,0 1,1-3,2-5,4-2,6-2,7 0,3 0,0 0,1 0,-4 0,-1 0,-3 0,0 0,0 0,4 0,3 0,2 0,-2-2,2-7,-4 4,5-3,-4 8,4 20,-6 8,2 20,-2-4,0-9,2-8,4-7,2-5,-2 1,-3 1,-5 4,-2 5,3 0,2-3,5-6,3-6,0-1,-2 2,-5 6,-6 7,-4 2,2-2,3-5,4-3,2 0,1-2,0 0,0 0,-1 2,1 2,1 2,1-1,0 0,2-3,-3 1,-3 2,-2 3,-2 3,1-1,2-3,1-3,2-1,1-3,2-2,1-1,-3-3,-1 2,0 0,0 0,4-2,-1 1,2 0,-1 2,0 0,2 3,4-1,-1 15,-3 5,-8 7,-12 10,-5-6,0-1,3-7,7-9,1-4,-1-3,-3 0,-1-3,-3 1,0 1,-1 1,1 0,4-1,5-1,5-3,10-6,2-4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20:44.032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607 3073,'45'-27,"1"0,-1-1,-2 0,28-30,-6 4,-11 6,-6 5,0 3,0 2,6 0,0 0,1-4,-1-2,-2-1,-3 4,-5 5,-2 3,-4 1,1 0,0 0,-3-1,-3 2,-2 1,-2 4,0 0,2 1,1-2,-1 3,-3 3,-5 1,-1 4,-2 1,1-1,1 0,-2-4,1 0,-1 1,-3 3,1 4,-3 0,-1 1,-1 0,-2 1,0 0,6-3,-6 4,5-2,1 5,-6 3,8-2,-4-2,-2 1,3-6,-6 4,3-4,1 2,-5 1,8-6,-9 2,4-7,-5 0,0-3,-3-2,0-4,0-6,-1-2,-1 0,-2 1,0 2,0 3,0 3,-3 4,-7 5,-11 4,-14 3,-10 4,-9 3,-3 2,2 3,-2 0,-6 7,-19 23,30-1,-1 6,-7 10,-1 4,-1 7,1 1,4-3,2-1,8-7,2-2,8-6,1-2,-26 23,4-2,-7 10,29-30,0 3,-2 1,0 2,0 1,0 0,4-3,2-1,-29 32,9-9,10-11,2-4,6-3,3-6,4-4,6-7,6-7,4-7,42-84,-6 29,4-4,17-33,4-4,2 8,1 2,1 0,0 0,6-7,-1-1,-19 26,0 0,-1 1,16-24,-1 2,-5 6,-2 3,-11 14,-1 2,-2 4,-1 0,-1 4,0 0,-1 2,1 0,30-37,3 2,2 6,-4 7,-1 10,-6 8,-6 8,-6 3,-4 2,-5-3,-1-2,4-3,-1 0,-2 9,-3 12,-6 10,-1 8,0 0,-8 0,-1 0,0 4,-2 5,3 2,-4 2,-3-4,1 7,-3 1,-1 3,-3 0,-1 1,-2 3,0 6,0 4,-2 3,-7 3,-12 5,-18 4,-14 5,-13-1,-2-4,0-5,4-7,4-6,2 0,0 2,-3 5,-2 5,0 1,4-1,7-2,3 1,4 1,1-1,1 1,1-5,0-6,2-5,2-6,4-4,0-3,-2-2,-3-3,-3 1,2 0,1-1,1 1,-4 1,-3 1,-3-1,1 0,3-2,1-2,5-1,0 0,-3 4,2 3,2-1,6-2,12-6,4-7,2-6,-1-3,-3-2,1 1,0 1,3-1,2-1,2-10,3-14,5-18,17-18,25-15,-11 42,4 0,6 0,2 1,1 1,0 1,-2 2,0 1,0 0,-1 1,0 0,0 0,1-1,0 1,2-2,1-1,1 0,0 1,0 0,1 1,-1 1,-1 1,-1 1,-1 1,-1 1,0 0,-1 0,1 1,0-1,0 2,-1 1,-1 3,30-23,-13 14,-13 11,-6 8,-4 8,-2 4,-3 6,-5 2,-6 1,-11 31,-28 21,1-8,-5 3,-9 4,-4 0,-6 6,-3 0,0 0,-1 0,0-1,-1 0,2-3,1-2,3-5,0-2,5-4,2-2,-31 31,8-8,5-5,2-4,1-3,0-3,0-3,3-3,4-9,6-6,3-5,0-3,-3-2,-5-2,-2-3,-2-2,0-1,-1-4,2-2,2-2,4 0,2 0,2 0,1 0,3-4,4-5,1-5,3-7,-1 0,1 1,2 2,3 4,4 3,1 0,2 2,3-2,0-1,6-9,-1-7,9-13,11-4,11-9,17-8,15-11,-26 34,0-2,1 1,1 0,-1 2,1 1,30-34,2 5,-1 5,-3 6,-4 5,1 2,3-3,2 1,2 0,-1 2,3 4,0 0,5 4,5 1,0 4,0 4,-10 5,-8 5,-10 6,-8 6,-8 4,-7 5,-5 8,-3 8,-1 11,1 8,-1 5,-3 2,-5 0,-5-1,-3-1,-2-4,0 0,0 1,0-1,0 3,0-3,0-6,-1-6,-1-6,0-4,-2 2,-1 5,-4 12,-8 8,-4 12,-2 2,0 0,3-1,2-3,1-3,0-2,8-21,1-6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21:10.448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662 2328,'46'-85,"0"0,-2 18,4-1,5-2,-4 11,4 0,2-1,1 1,5-3,3 0,0 1,1 2,-2 2,1 1,0 1,0 3,-3 4,1 2,0 1,-1 1,18-11,-1 3,1 0,-4 2,0 2,0 0,-6 4,0-1,-2 1,-5 1,-1 1,-2 0,17-14,-4 3,-16 10,-3 2,23-19,-35 28,-23 20,-81 77,20-25,-6 6,-8 5,-6 5,-1 0,2-2,0-2,-1 1,-4 2,-1 0,0-1,3-1,1-2,0 1,2-3,0 1,1-1,1-1,0 0,1 0,2-1,0-1,1 1,-1 2,0-1,0 2,0 1,0 1,1-1,-1 0,1 0,1 0,2-2,0-1,2 0,-20 16,2-3,10-9,2-3,6-5,3-3,6-6,2-1,-24 24,13-8,16-9,14-12,12-14,78-69,6-4,-1 0,4-5,-10 10,0 0,8-6,2-2,-26 20,0 0,1-2,1-2,1-1,0 0,1-4,1 0,-1 0,-1-1,-2-1,1-1,1-2,0-2,0 1,-5 4,0 0,-1 0,-1 3,-1 0,0 2,17-15,0 4,-10 11,-2 4,-6 9,-2 4,25-11,-12 16,-4 8,-5 3,-5 0,-8 3,-6 3,-7 4,-7 4,-2 0,4 0,-73 57,-11 14,18-27,-7 5,-1 0,0 2,0 1,-1 1,-3 2,0 1,1 1,-2 1,1 1,1-1,4-2,2-1,1 0,4-3,1-1,2 0,-17 20,2-1,10-9,3-1,4-5,2-2,8-8,1-1,-19 30,12-15,7-10,6-7,6-11,5-6,7-6,3-2,3-4,53-29,17-34,-5 5,5-7,2-11,-1-4,-20 20,0-1,0 1,22-23,-2 2,-3 4,-2 3,-8 8,-1 1,-3 5,-1 2,-3 2,0 2,3-2,1 1,4-1,2 1,2-3,2 0,4 0,-1 1,-2 1,-1 2,-4 3,-3 3,-8 6,-4 4,18-10,-21 17,-14 10,-5 5,-6 4,-46 33,-23 13,3-5,-6 3,0 0,-2 2,-3 2,0 1,1 0,1-1,3-1,1 1,2-2,2 0,5-3,1-1,3-2,1-1,4-4,1 1,1-1,1 1,1 0,0 0,-32 33,6-6,12-9,8-6,7 2,4 1,5-2,7-10,8-12,10-10,11-7,12-5,9-4,5-2,3-6,3-9,3-11,-1-10,0-2,-2-2,-6 6,3-2,2-6,4-2,8-7,-2 0,-2 1,-3-3,-3 2,0-1,3 0,0 0,-2 3,-2 4,-8 8,-3 7,-5 5,-6 7,-1 2,-3 1,1 0,4-5,5-3,7-6,4-4,-2 1,-5 4,-6 9,-6 6,-5 3,-2 2,-2-2,0-2,2-2,2-5,5-3,7-1,3-3,1 4,-4 5,-4 3,-4 7,-5 0,-62 17,-5 13,2-5,-3 4,9 2,1 2,-37 27,13-4,4 3,5-1,6-1,3 3,10-4,6-5,4-2,3-4,1 1,4 0,1-3,4-2,2-3,1-2,1-3,2-1,0-1,4-3,1-3,2-5,-3 5,1-8,-3 7,-1-2,5-7,-6 10,8-8,-1 11,4-8,1 4,7-2,-1-3,2 7,-4-5,-4 2,6 0,9-7,-2 1,4-2,-50 10,10-7,-30 4,26-13,6-2,4 0,-5 0,-5 0,-11 0,-6 0,-1 0,-3 3,1 0,1 2,1-1,3-1,0-1,-3 0,-3 3,-3 3,0 2,3 0,-1-2,-3 0,-7 1,-9 0,-9 9,2 9,2 7,12 0,12-11,6-13,5-7,0-3,1 0,3 0,8 1,5 9,-4 10,-6 8,-13 4,-4-6,3-9,5-6,12-5,7-4,6 0,2-2,-5 1,-3-1,-5 0,1 0,0 0,2 0,2-2,1-3,3-2,-1-2,0 0,3 1,2 2,-2 2,5-9,2-8,18-18,19-11,19-7,13 1,2 5,2 2,3 0,3-6,1-3,-1-1,-6 0,-5 3,-3 2,-5 2,-4 1,-2 0,-5 1,-1 2,1-3,6-7,5-8,8-5,0-1,-6 5,-6 9,-9 8,-2 8,-2 0,-1 0,3-1,1 2,-1 3,-1 2,-2 3,-1-1,0 0,-1-1,0 1,-5 5,-2 5,-2 3,-3 5,0 2,-3 4,1 3,-3 1,0 1,0 0,1-2,1 0,1-1,-1 0,2 0,1-1,0-2,3 0,-4-2,-4 0,-2-8,3-11,8-5,7-6,12-1,-1 0,-2 2,-3 6,-9 8,-2 5,-3 2,0 0,-3 1,0 1,-1 1,-2 4,-2 2,0-1,0 1,2 0,-2 2,-2 1,2 0,-1 1,-1 2,5 1,-62 41,21-10,-49 31,33-23,3-3,2-2,3-1,0 1,5 0,1 0,1 0,2-1,-1-3,2-2,1-1,0-2,5-2,1-4,3-3,-3 2,5-2,-3 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6:16.3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110 951,'55'-28,"-1"0,1-3,-1-2,-5-2,0-2,8-4,1-2,6-2,1-1,2 2,3 0,1 3,0 1,-2 5,-2 2,-1 3,-2 3,-4 4,-2 2,-7 4,-1 1,36-9,-10 5,-5 2,-4 2,-1 2,-6-1,1-2,-1 0,5-2,5 3,2 3,-2 4,-5 2,-9 3,-8 2,-10 1,-10 1,-7 0,-12 1,-68 25,-34 6,16-5,-6 2,-3 0,0 0,3-1,0 1,6 1,2 1,6 0,2 2,6 0,3 3,0 5,2 4,-1 4,2 3,-2 7,0 3,-3 6,1 1,4 0,1-1,2-4,3-1,6-10,4-2,-17 24,21-25,20-19,10-11,5-3,3-4,38-6,22-22,-7-6,7-6,11-13,3-6,-16 8,2-3,2 0,7-4,3 0,1 1,4-1,1 1,1 2,-2 4,0 1,0 3,-5 3,0 3,-1 2,-7 4,-1 2,-1 2,23-3,-2 3,-10 5,-3 3,-13 2,-4 3,23-2,-31 4,-31 5,-46 22,-26 9,-5 5,-10 4,-3 2,-9 4,0 1,18-11,-1 0,0 1,0 0,-2 3,-1-1,1 1,0 0,1-1,1 0,1 1,1-2,-15 12,2-1,3 0,8-4,2 0,2-1,7-3,3-1,1 1,-14 17,5 0,8-6,5-1,8-7,5-1,-16 23,20-21,15-18,15-15,56-43,-18 2,3-6,27-21,7-8,-20 14,2-3,1 0,8-6,2 0,3-1,-13 12,2 0,2 1,0 0,4 0,1 0,1 2,0 1,-1 3,0 1,-1 2,0 2,16-6,-1 3,-2 3,-11 6,-1 4,-3 3,14-1,-6 4,-18 7,-5 3,14 1,-43 8,-60 15,-27 6,12-3,-6 1,-10 4,-9 2,3 0,12-2,1-1,0 2,-4 3,-1 1,-2 2,-5 3,-2 3,-1 2,11-4,-1 3,-1 1,-1 1,-6 4,-1 1,0 2,-2 3,11-5,-2 3,0 0,1 2,2 0,-12 10,2 1,1 1,3 0,9-6,1 1,3-1,3-1,-7 10,4-2,7-3,5-1,9-4,-9 21,69-54,74-53,-18-3,9-6,-15 7,4-2,2 1,6-3,3 1,2 2,-18 9,1 1,1 2,1 1,4 0,1 2,1 1,-1 0,-2 2,-1 2,1 0,-2 0,19-1,-2 0,-3 1,-15 3,-3 0,-6 1,4-1,-9-2,21-13,-26-13,11-16,-15 18,5-2,11-6,4-1,-1 2,0-1,-2 2,-3 0,-10 6,-5 1,28-23,-20 7,-17 10,-13 9,-13 9,-18 9,-44 8,1 11,-9 6,-20 10,-6 7,17-2,-2 4,0 2,-4 7,0 4,1 2,-3 5,0 2,1 2,0 2,1 1,2 0,4-3,1 0,2-1,7-4,1-2,3-2,-10 8,5-5,-19 14,35-28,53-45,62-48,-11 11,7-4,-13 10,4-2,0 1,4-3,1 0,-1 2,-3 2,-1 2,-1 1,22-17,-2 3,-8 7,-4 2,-11 10,-4 2,-8 6,-4 3,18-6,-28 15,-37 14,-67 29,2 1,-11 4,9-4,-7 2,-1 1,-11 3,-3 1,0-1,22-10,0 0,-1-2,2 0,-20 3,1-1,1-2,9-4,1-1,1-2,6-2,2-2,1-2,-23 2,5-3,10-2,5-2,12-3,4 0,-21-2,28-2,19-12,16-20,8-28,22-26,2 37,6 1,8-3,6 3,5 1,3 2,-3 6,1 2,29-26,-21 18,-21 15,-21 12,-25 8,-36 7,-40 25,26 3,-4 8,-6 9,1 7,-4 10,3 4,3-1,4 2,11-7,5 0,9-9,4-2,-13 18,24-22,14-18,6-8,2 0,-1-1,-8 9,-3 8,-3 3,3 1,8-8,8-12,5-4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6:21.9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2955 246,'-86'0,"33"6,-2 3,-10 5,-2 5,-7 8,-1 6,-2 8,0 2,4 0,-1 2,15-12,-2 2,1-2,-28 14,1-3,4-4,2-1,5-5,3-2,18-10,1-2,-1 1,-1 0,-1-1,0 0,-2 1,1 1,2 1,1 0,6 1,3 1,-36 31,10 6,3 7,1 4,6-3,13-11,16-17,13-16,10-13,6-5,-1 19,-7 3,-15 30,-19 6,-15 11,28-37,-1 0,-28 31,13-17,15-16,16-19,15-20,34-31,3-1,7-4,14-11,5-1,8-5,4-1,-16 13,3-1,0 1,5-3,2 0,0-1,6-3,2-1,1 0,5-3,2-1,0 0,-2 2,0 0,1 0,-16 10,0 0,2-1,0 1,4-3,2 0,0 1,0-1,-1 2,1 0,-1 0,0 2,-3 3,-1 0,0 2,-2 2,13-4,-2 3,-4 4,14-1,-5 7,-17 8,-5 6,23 4,-29 9,-11 4,-9 5,-7 3,-5 0,-4-4,-3-2,0 0,0-1,-16-41,-8-8,-17-38,-9 14,-26 18,-25 22,36 20,-3 3,0 2,1 1,-32 0,11 5,1 14,-4 18,-5 16,41-22,0 0,0 1,0 1,-1-1,-1 1,-2 0,-1-1,-1 2,-2-2,-2-1,0-1,0 0,0-1,-1-1,-1 1,-2 1,-2 1,0 3,0 0,-4 4,0 0,0 0,0 0,3-1,-1 1,0-2,1-1,2 0,1-1,-1 1,1 1,1-2,1 1,4-3,2-1,-34 23,23-13,18-9,15-11,9-7,3-3,-5 4,-15 16,-19 18,-13 14,-5 0,10-13,20-16,17-14,16-10,51 1,19-4,-4-1,7-1,9-2,4-3,-16-5,3-2,3-3,9-6,3-3,1-4,9-5,2-4,0-3,-20 6,0-3,0 0,-1 0,-2 1,0-1,-1 1,-1 0,15-7,-1 0,-2 2,-8 4,-1 2,-2 1,25-7,-3 2,-6 2,-2 3,-4 2,-2 2,-5 0,-2 1,-5 3,0 0,-6 3,-2 1,-8 2,-3 3,21-3,-36 7,-112 25,31-1,-6 2,-6 1,-7 1,1 3,-25 16,1 3,30-12,-1 0,0 3,-1 0,1 3,0 0,0 1,1 1,0 1,1 0,0 1,1 1,1-2,1 2,1-2,-25 19,2-2,2-1,1-2,3-2,2-2,2-2,2-2,5-3,2-3,7-4,2-2,6-5,2-1,-31 20,4-4,-2 1,-3-1,1-3,7-5,12-11,15-10,15-8,8-5,7-1,-14 0,-8 0,-19 0,-1 5,4 2,12 2,15-4,75-43,22-9,-6 8,7-3,3 3,1 2,1 2,2 1,4 2,2 2,3-1,1 2,-1 1,2 1,-27 8,2-1,-1 1,-3 1,0 0,-1 0,0 0,-1 0,0 0,28-7,-2 1,-9 2,-3 0,-6 2,-4 1,-11 3,-5 1,24-8,-28 8,-23 6,-61 48,-15 11,1-3,-5 3,3-2,-1-1,-1 2,0 0,-5 2,0 1,1-3,1 0,1 0,-1-1,2-4,0-2,9-7,0-2,2-3,1-1,-32 18,7-4,0-1,-1 4,6 1,8-4,15-6,18-18,11-11,64-29,-2-8,0 4,3 0,31-16,-3 5,5 10,3 8,-3 9,-1 5,-15 4,-7 0,-7 0,-10 0,-9 0,-8 0,-7 0,-7 1,-7 13,-6 17,-13 20,-13 20,-9 3,-3-6,7-15,12-18,8-13,4-7,6-1,28-5,4 0,27-6,-6-3,-7-2,-5-5,-12-5,-8-1,-8 0,-7-2,-2 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6:23.2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2217,'11'-58,"18"-8,20-8,-18 32,1-1,2-5,0-1,1-4,-2-1,1-3,-1-3,2-5,-1-2,-1-3,0-1,0-1,-1 1,-2 3,-1 1,-4 6,-1 2,-4 6,-1 2,13-40,-4 9,-2 1,1-1,1 1,0 6,-2 14,-3 10,-3 7,2 2,0 1,0 3,-3 10,-7 8,-3 7,-4 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6:49.565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752 698,'49'-43,"1"-1,1 3,1 1,-2 3,2 2,1-2,1 1,-2 3,0 1,-3 3,0 1,2 1,1 2,0 2,2 1,1-1,1 0,3 1,-2 1,-6 5,-2 0,33-8,-22 9,-28 9,-25 6,-73 21,-12 3,8-3,-5 3,2 0,0 1,-4 2,-1 1,-5 2,1 1,3 1,2-1,5-1,1 0,4 0,2 2,5 0,1 0,3 2,2 0,2 1,0 1,6-2,1 0,-33 27,15-9,15-8,13-6,13-5,9-2,8-5,3-4,3-2,8-2,20-4,33-5,26-8,-31-8,4-6,8-6,2-6,5-8,1-4,6-7,-1-3,-2 3,-1 1,-1 1,-1 2,0 4,0 1,-3 4,1 1,-4 3,0 3,-7 2,-1 3,-8 4,-1 2,41-3,-13 7,-14 6,-13 3,-15 0,-18 3,-46 24,-19 6,-1-3,-5 2,-4 0,-4-1,-10 5,-3 0,-7 1,-2 0,-5 0,-2 0,0-1,1-1,5-3,1 0,5-3,3 0,8-3,2 0,2 2,1 0,2 1,0 1,2 1,1 0,1 1,3 0,4-5,3-1,-28 21,15-9,12-5,9-3,7-4,10-4,9-5,6-6,33-3,22-5,44-11,-41-2,1-3,4-5,2-3,5-8,2-2,1-1,0-1,2-1,1-1,3-1,-1 1,-2 1,-1-2,0-2,0-2,-2 1,-1 0,-5 0,-1 1,-3 1,0 2,-2 2,-1 1,-3 2,0 1,-4 1,-1 2,38-22,-16 10,-16 9,-14 8,-7 4,-1 2,4 0,4-2,0 0,-5 0,-8 5,-9 5,-12 5,-98 45,42-19,-4 2,-8 3,-7 5,2 0,-21 14,1 3,20-10,-1 3,0 2,1 1,1 2,1 1,0 1,1 1,3 0,4-3,3 0,2-2,-11 12,2-2,5-5,2-1,7-7,1-2,4-4,3-2,-18 20,18-14,13-8,5-1,7-1,2-2,3-5,5-9,33-12,27-23,-9 0,3-4,6-7,1-2,3-4,0 0,1 0,0 2,2 0,1 2,0 3,2 1,-1 2,0 2,-4 4,-1 3,-5 4,-2 2,36-3,-20 9,-21 3,-16 2,-17 2,-49 21,-34 12,4-3,-8 4,-10 3,-5 3,22-10,-2 2,1 0,0 0,1 0,0 1,2 1,0 0,1 1,1 2,2 0,1 1,-20 18,5 2,3-2,6 0,11-7,5-1,-15 24,21-20,19-19,19-16,32-9,39-10,-12-9,7-5,16-9,3-4,4-6,-1-4,-2 0,-1-2,3-2,1 1,3-1,1 0,-29 15,0 0,-1 0,26-10,-3 2,-22 10,-6 3,17-3,-29 13,-24 13,-21 17,-30 24,2-6,-7 3,-14 14,-6 4,10-10,-3 3,-1 1,-8 8,-2 2,0 0,-2 2,1 0,1 0,1 0,2-1,2-2,6-7,3-2,2-2,-10 12,6-3,8-10,4-4,-8 15,23-25,23-22,67-60,-25 9,4-7,6-7,7-8,1-3,-11 10,1-3,1-2,1-1,6-6,1-3,0 1,0 0,-1 2,1 0,0 1,-2 2,12-12,-1 3,-4 4,-13 14,-2 4,-3 4,6-3,-5 6,19-13,-27 24,-13 8,-9 3,-7-5,-5-8,-5-9,-2-12,0-7,0 3,-5 10,-11 17,-16 15,-21 11,-16 6,-9 8,-2 10,7 10,11 4,15-4,14-2,10-2,6 0,4 7,3 7,4 9,3 13,3 13,-3 17,2-39,-1 2,-1 4,0 0,-2-1,1-1,1-4,-1-3,-1 28,9-30,21-27,31-31,35-29,-36 12,2-3,3-3,-1-1,-5 4,-3 1,36-17,-15 12,-15 13,-8 9,-9 4,-6 6,-5 3,-8 0,-7 2,-26 33,-24 15,6-7,-4 5,-8 1,-2 1,-4 5,-2 0,0 0,-1-1,-1-1,-1-1,1-3,0-3,2-2,-1-2,1-2,0-2,3-2,-1-2,2 1,0-1,4-1,0-2,-26 22,19-10,23-18,16-11,59-31,17-16,-1-1,5-5,-5-2,0-1,2-2,-1 1,-5 2,-3 2,-11 6,-1 3,36-24,-16 12,-8 3,-1-2,-2-1,4-7,0 3,-3 3,0 6,-8 9,-2 1,-7 5,-4 0,-2-1,-5 4,-3 3,-7 2,-4 4,-3 1,1-7,-4 6,2-7,0 3,-2 0,4-3,-4 2,0 4,-61 6,-10 24,3-3,-5 5,4 9,1 6,-14 12,-1 5,-1 3,1 2,2 1,2 0,4-3,3-3,13-11,0-2,-1 0,0-1,-1-1,-1-1,-2 0,-2 0,-7 2,-3 0,0-1,0 0,4-3,0-2,-2-1,-1 0,5-4,-1 0,-1-1,-1 0,-1 0,2-2,10-3,2-1,-39 16,12-2,10 2,7 1,10-1,8-3,8-2,8-6,7-1,6 2,3 16,-1 21,-2 21,6-36,0 1,-5 43,9-18,2 6,0 6,0 2,-3 1,-4 0,-7 2,-8-5,-5-26,-5-5,-6 4,-2-2,0 0,2-1,4-5,2-3,-21 33,15-21,15-17,9-14,9-9,5-10,32-54,31-33,-7 4,7-6,-14 21,2-1,1 1,2-2,1 0,-2 0,-1 3,-2 0,0 3,14-15,-1 4,-11 11,-2 4,-7 10,-3 4,24-15,-13 13,-8 10,-11 9,-12 9,-91 60,26-14,-5 5,-2-2,-6 4,1 0,6-3,1 1,1-1,-20 12,3-3,9-9,3-3,4-5,2-2,6-4,1-2,-31 20,17-11,16-8,20-19,44-44,22-20,-1 4,6-3,7-8,7-5,1 2,-1 7,2 3,2 1,5-2,2 1,1 1,4 1,2 1,2 2,-19 12,2 1,0 1,0-1,2 1,1 0,-1 0,1 1,19-10,1 1,-1 1,-3 2,-1 1,-1 3,-8 5,-2 2,-1 2,-7 4,-2 2,0 2,25-9,-3 3,-15 5,-3 3,-12 3,-2 1,41-15,-7-3,-34 12,2-2,4-2,1 0,-6 3,-1 3,38-7,-24 13,-10 9,-6 2,-6-3,-7-2,-12 0,-16 1,-75 4,13 1,-8 2,-3 2,-7 3,-2 2,-7 3,-3 3,0 3,-8 4,-1 3,0 3,-2 3,1 4,1 1,3 0,3 1,1 1,7-2,2 1,3 1,10-4,2 1,3 0,-13 10,7-1,13-6,5-2,-10 17,34-19,45-16,50-22,-16-7,6-5,15-7,2-4,6-6,0-2,0 0,-1 0,-3 0,0 0,-1 2,0 1,0 1,2 2,3 2,3 4,2 3,0 5,-3 4,0 4,0 4,1 3,-4 1,-1 1,-7 2,-2 2,-7 3,-5 3,31 17,-31 7,-23 0,-16-4,-12 2,-34 12,-50 18,9-22,-9 0,11-10,-4-1,-1 0,-3 0,-1-1,1 0,1-2,0-1,1 0,-22 9,3-2,12-2,3 0,8-1,4 2,9-2,2 2,5 1,1 3,0 1,-1 3,-3 3,-2 1,-3 2,-1-2,-1-1,0-2,6-4,2-4,-25 16,21-17,23-20,24-40,39-61,1 14,7-8,-10 20,2-2,2-1,1 1,1 0,-1 2,13-18,-3 6,-12 20,-4 6,16-17,-28 36,-28 24,-42 25,-9 9,-9 6,-20 11,-4 4,24-12,-1 0,0 1,3-1,-1 0,3-1,-15 10,4-3,7-4,2-1,2-3,2 0,4-4,3-2,4-4,2-1,-28 13,24-10,19-11,17-9,61-35,-6 6,7-4,32-15,10-3,-14 10,4-1,2 2,2 0,1 2,-1 2,-6 4,-2 3,-3 2,17-2,-9 6,3 9,-38 15,-25 25,-33 38,-10-15,-10 5,-16 16,-9 2,13-22,-3 0,-2 0,0 1,-2-1,0-2,-18 20,1-3,6-6,2-3,7-8,4-3,11-10,3-2,-15 19,31-33,16-16,42-12,20-8,-5-2,5-4,8-8,2-5,14-12,3-6,-28 14,0-3,0 1,24-18,-2 1,-11 6,-4 1,-13 10,-3 2,28-22,-18 15,-11 10,-10 9,-7 10,-14 8,-55 74,2-20,-8 4,-2 3,-4 5,-2-1,-2-2,-1 0,-1-1,-1 0,0-1,1-2,-18 13,4-5,7-8,3-6,12-13,4-5,-24 10,19-15,15-9,11-5,9-5,2-4,-6 1,39-34,23-17,8 0,7-4,5-2,2-1,3 0,1 0,-1 5,-1 2,-7 8,-1 3,-4 6,-2 2,-6 5,0 2,36-17,-2-1,7-5,-41 20,0-1,3 0,0-1,1 1,0-1,-5 2,-2 0,34-20,-17 4,-9 4,-6 1,7-5,7-5,6-5,-1 2,-11 9,-11 7,-13 8,-6 3,0 1,-1-1,1 2,3-2,8-1,10-8,11-7,0 0,-6 4,-11 9,-11 9,-8 3,-2 2,-2 0,-2 1,-2 1,-2-5,-2-7,0-6,-1-2,-1 5,-1 5,0 5,2-1,0-3,-1-2,0-1,-1 1,-1 1,-1-1,0-6,-1-3,-1-3,1 0,-3 5,0 2,0 4,0 4,-3 3,-15 4,-24 5,-25 3,-17 1,0 0,8 0,9 0,0 0,-10 0,-21 15,37 4,-2 7,-10 10,-1 8,-8 11,0 4,27-18,1 1,0-1,-26 19,2-1,6-5,1-4,6-6,0-3,3-3,0-1,3-4,-1-1,-1-1,0-2,0-2,0-1,2-4,1-2,6-3,1-2,-37 10,12-3,0 3,-5 4,-10 7,43-15,1 1,-2 1,3 2,-32 18,5 1,-5 3,-4-1,-1 0,23-13,25-19,-2-12,-28 7,16 1,-4 6,-30 17,-6 9,27-11,-1 2,1 2,2-1,1 2,1-1,-21 15,5-3,23-14,3-3,-34 22,15-12,17-12,19-8,14-12,42-40,20-19,-11 13,4-3,6-7,5-5,0 2,12-11,-1 2,1 2,0 1,0 0,1 0,-1 2,0 1,1 3,-1 1,-1 2,0 2,-2 3,1 1,-5 5,0 3,-6 5,-5 3,8-4,-19 14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6:50.881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1 276,'51'-61,"-1"4,14 11,-9 7,-5 10,-11 7,-12 9,-5 7,-5 4,0 2,1 0,-1 0,-3 0,-1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7:05.048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1088,'46'-40,"1"0,0-1,2 0,4-3,2-2,0 1,1 1,1 0,0 1,3 0,1 0,-4 3,2 2,4-1,2 0,-1 1,0 0,-3 2,0 1,-1 2,-2 0,-8 4,-1 1,-4 4,0 2,36-14,-8 7,-13 11,-16 6,-12 5,-15 10,-56 42,-25 14,2-5,-6 4,3-2,-2 1,16-13,0 2,-1 1,2 0,0 0,1 1,0 0,0 0,0 0,1 1,0 0,2 0,-15 16,3 0,5-4,1-1,7-5,3-2,3-6,3 0,5-6,1-2,-21 31,6-9,3-5,4-6,5-8,9-10,11-11,9-10,45-36,31-30,-12 6,6-5,8-9,3-2,-23 19,1-1,1 0,0-1,2 0,-1 1,-2 2,0 1,1 1,-2 2,0 1,1 1,28-16,-1 2,-4 5,-1 1,1 3,-2 1,-4 2,-2 3,-6 3,-3 3,-4 4,-2 2,31-13,-27 15,-23 12,-20 11,-72 58,-14 12,4-7,-6 4,7-5,1 0,-3 2,0 0,-3 0,-1-1,3-2,0-2,3-1,1-1,3-3,3 0,9-7,3-2,5-3,3 0,-24 28,13-10,10-7,1-6,3 1,0 1,0 4,1-2,3-7,8-10,6-9,11-7,87-59,-40 13,3-5,9-5,5-7,0-1,-3-2,-2-2,1-1,4-3,1-2,0 0,2-3,0 0,0 1,-2 3,0 1,-1 2,-4 3,-1 1,0 3,19-16,0 5,-7 7,1 4,-4 3,0 3,-3 6,-1 1,-2 1,0 1,-3 2,-1 2,-5 2,-1 1,30-14,-21 11,-16 8,-6 4,1 1,0-1,0 2,-6 2,-15 5,-45 29,-20 12,-21 14,-2 2,-6 5,14-6,1 0,-5 4,-1 0,-4 3,0 0,7-6,3 0,11-8,3-2,8-4,3-1,4 0,2 1,-30 34,4 1,2-2,3-4,3 0,1 0,3-1,5-1,6-1,-2 7,1-2,2 0,5-8,5-3,0 21,59-94,12-11,2-10,5-10,3-3,3-2,2 3,-4 7,-1 8,-1 4,-1 3,0-1,3-2,3 1,1 3,0 6,-6 6,-7 6,-6 4,-4 0,-2 0,-1-1,0-2,1 2,4-2,4-3,7-3,1-4,-4 2,-10 3,-10 5,-15 7,-63 37,-11 3,3-3,-5 2,9-5,0 0,-3 2,0 1,-1 0,1 1,0-1,1 2,0 1,0 0,5-1,0 1,1 0,2 1,1 0,2 1,3-3,3 0,3-1,3 0,-26 32,9-7,4-1,4-3,2-3,3-1,7-10,9-9,9-11,8-9,4-6,2 10,33-19,26-19,-8-8,5-7,9-11,2-5,1-2,1-1,0 1,0 0,0 1,-1 1,-6 6,0 0,-2 2,-1 2,-7 5,-2 3,-5 3,-1 2,36-20,-9 10,-7 4,-6 5,-4 4,-6-2,-3 3,2-3,8-3,11-1,4 0,-7 5,-17 7,-15 8,-13 5,-7 4,-53 43,-14 2,5-5,-4 2,3-6,-1-2,1 0,0 0,3-1,1 1,3-2,1 0,-31 25,15-8,12-11,10-6,7-3,-2-1,-1-1,-1 0,1 0,0 0,2-1,-2 2,-4 4,-5 3,-2 0,-3-1,3-2,3 0,1-1,5-5,6-2,6-5,7-3,3-3,1-1,-2 2,-1 2,-2 0,3-5,5-2,-4 0,4 0,-3 3,1-3,0 0,-5 1,1-3,-5 1,4-1,-2 1,-3-2,-3 1,0-3,2-2,6 0,70-9,-18-2,51-4,-47 2,-11 5,-12 3,-6 3,10-9,8-5,20-15,15-8,12-8,5-4,-2 3,-9 5,-6 1,-3 1,5-5,1-3,-6 4,-11 3,-14 12,-10 9,-5 1,-10 12,-2-2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7:20.76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322 2171,'58'-11,"0"-1,3-2,1-1,1-4,1-1,1-2,-1-1,-7 2,-1 0,-4-2,-1 0,-3 0,-1 0,-2 0,0 0,1 0,1 0,-1 0,1-1,0 0,0-1,0-1,-1-3,1-2,0-2,2-4,0 0,1-3,0 0,-1-1,0-1,-1 2,0-1,-1 1,-1 1,0 2,0 0,1 2,-1 2,1 1,0 0,1 0,0 0,1-1,0-1,0-2,1 0,0-1,2-1,4-4,0-2,0 1,1-1,1-3,-1 0,-1 0,-3 1,-7 7,-3 2,26-24,-25 22,-21 18,-11 8,-7 4,-3-9,-2 3,0-8,-1 6,-6-2,-12 1,-22 4,-20 6,-12 6,-5 2,2 8,1 14,-4 19,1 15,2 8,7-1,8-4,3 0,1-1,-1 0,-4 3,0 3,2 5,1 2,0-1,-2-2,-7 1,28-33,-1 1,-3 0,-1 0,-4 2,-1 0,-2 1,1-1,1 0,0-2,-1 0,0-1,5-2,1-1,-37 24,12-7,16-8,9-4,6-4,1 2,-1 1,-1 1,0 2,3-2,4-3,5-3,7-4,4-6,4-6,0-4,-3 1,-5 2,-4 4,-2 2,-5 10,-9 13,-9 15,-10 12,1-3,7-6,8-10,10-11,6-8,8-10,8-9,32-56,7-1,2-2,2-4,24-29,0-2,-5 4,-2 1,6 1,7-1,-26 36,2 1,3-1,2 0,6-3,1 1,4-1,2 0,3-3,0 2,2-1,0 1,-3 3,0 0,-1 2,0 2,-1 2,-1 2,0 2,0 0,2 2,0-1,1 2,0-1,1 2,1-1,-1 1,0 0,-3 2,0 0,-1 0,-1 0,-2 0,-1 1,-2 0,0 1,40-17,-10 6,-12 7,-5 6,-2 5,-7 5,-8 5,-15 4,-13 4,-71 72,16-29,-6 4,-4 5,-5 7,-1-1,0-2,0 1,1-1,1 0,2 0,0-1,4-3,1 0,1-2,-17 21,2-2,6-7,0-2,1-3,2-2,3-4,1-2,4-7,2-2,-26 28,18-21,21-21,13-14,80-79,-26 27,4-5,6-6,7-5,0 0,-3 5,0 1,0 0,-1 2,0 1,0 2,24-17,-1 4,-6 7,-1 4,-7 7,-1 3,-6 4,-3 3,29-10,-21 14,-14 10,-9 7,-7 3,-7 2,-8 1,-48 19,-16 9,0-2,-7 4,-6 4,-3 2,-8 6,-2 1,-11 4,-2 1,27-14,-1 0,0 0,-3 0,-1 1,-1-1,-1 0,-2 1,2-1,4-2,0-1,2 0,-26 13,4-1,9-4,5 0,11-5,5-1,7-1,3-1,-22 22,20-4,10-4,9-2,6-5,7-9,8-8,8-9,21-6,37-22,-10-5,6-7,17-11,5-7,-17 9,2-3,0-2,6-3,1-1,1 0,6-4,2 1,2-1,4-1,2 0,1 0,-20 14,0-1,0 2,0 0,18-7,0 1,-2 2,-6 4,-1 1,-2 2,-10 5,-1 0,-2 3,19-8,-4 2,-7 4,-3 1,-7 4,-3 0,-3 3,-1-1,-2-1,-1 1,0-1,-2 1,25-10,-40 9,-67 35,-25 11,9-6,-6 3,-5 3,-6 4,3 0,-7 3,3 0,4 2,3 1,7 1,4 3,6 1,4 4,0 6,3 3,-1 4,1 4,-8 12,-1 2,-5 7,-1 2,17-26,-1-1,-1 1,0-1,-1 0,0-1,-13 20,1-2,5-8,2-1,7-9,2 0,6-4,2 0,2-1,1-1,1 0,1 0,-20 39,8-22,10-21,9-19,8-16,34-45,19-13,-9 7,3-2,7 0,2 1,2-2,1 1,3-3,1 0,7-4,2-1,3-3,2 1,2-3,2 0,5-3,1 0,-25 20,0 1,1-1,3-2,2 0,0 0,3-2,0 0,1 0,1-2,1-1,-1 0,-4 2,0 1,-2 0,-3 3,0 1,-2 0,19-11,-4 2,-14 11,-5 3,27-16,-34 23,-22 13,-10 7,-51 2,-24 6,6 8,-7 6,-8 11,-3 6,-3 9,0 4,-3 6,1 1,4-2,3-2,8-5,2-1,2-1,2 0,6-3,0 0,-2 3,-2 3,-6 4,-3 2,-8 5,-1 0,-4 2,0-1,2-3,1-3,5-4,1-2,7-3,1-1,0 4,2 2,5 0,1 1,0 2,2 1,2-3,2-1,6-8,1-2,-22 18,28-21,16-1,4 14,4-6,-1-13,35-91,17-24,-5 14,5-2,-3 13,2 2,2-3,2 1,5-3,2 0,5-4,1 1,4-1,1 1,2 2,1 1,-3 5,-1 2,-3 6,-1 2,-3 6,-3 3,-7 9,-1 3,28-9,-8 16,-6 11,-4 4,3 2,9-2,10-3,6-2,-8 0,-13 1,-16-1,-5-4,9-15,11-16,11-14,-1-2,-16 11,-14 17,-20 16,-17 11,-37 7,8 1,-33-5,-2 0,11 2,-6 1,-21-2,-7 3,18 5,-3 1,-2 5,-7 4,-2 4,0 4,-2 6,-1 4,2 5,-1 4,0 4,3 1,2 0,2 0,1-1,9-4,1-1,2-1,-20 10,4-5,15-9,3-5,12-7,2-3,-25 4,15-14,10-6,-3-4,-2 0,-5 0,-2 0,1 0,-2 0,3 0,6 2,1 1,3-1,-1 0,-5-1,-6-1,-12 2,-10 5,-7 4,8 6,14 0,17-1,14-2,3-4,-1 1,-6-2,-2 1,-3-1,3 1,7-3,8-2,15-3,6-1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7:23.89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0 895,'98'-20,"-6"2,-27-1,-3 4,0 1,-4 2,8 1,-4 2,-5 4,-7 3,-11 2,0 0,-3 0,-1 0,-5 0,-3 1,-2 4,-5 4,0 5,-3 5,1 1,0 3,0 2,4 2,6 0,3 2,4-1,1 1,0 0,1-1,-4 1,0-2,-1-1,2-2,2-2,-1-2,1-7,-3-4,1-6,-1-3,-2 0,-2 0,-6 0,-6-2,-8-9,-4-6,-4-16,-1-4,-4-5,-7 1,-11 8,-16 4,-16 7,-13 8,-4 5,3 5,9 3,10 1,7 0,4 0,2-2,0-3,0-4,0-8,0-3,0-4,0-2,-3-1,0 0,-2 0,-3 2,2 1,0 1,0 0,1 2,0-1,4 0,8 1,9-2,9 0,6-5,5-8,15-8,15-5,10-1,4 5,-8 7,-8 7,-6 4,-2 4,-4 2,-3-1,-3 4,-3 2,-2 5,4-12,-4 7,1-9,-6 10,-2 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7:30.6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2955 246,'-86'0,"33"6,-2 3,-10 5,-2 5,-7 8,-1 6,-2 8,0 2,4 0,-1 2,15-12,-2 2,1-2,-28 14,1-3,4-4,2-1,5-5,3-2,18-10,1-2,-1 1,-1 0,-1-1,0 0,-2 1,1 1,2 1,1 0,6 1,3 1,-36 31,10 6,3 7,1 4,6-3,13-11,16-17,13-16,10-13,6-5,-1 19,-7 3,-15 30,-19 6,-15 11,28-37,-1 0,-28 31,13-17,15-16,16-19,15-20,34-31,3-1,7-4,14-11,5-1,8-5,4-1,-16 13,3-1,0 1,5-3,2 0,0-1,6-3,2-1,1 0,5-3,2-1,0 0,-2 2,0 0,1 0,-16 10,0 0,2-1,0 1,4-3,2 0,0 1,0-1,-1 2,1 0,-1 0,0 2,-3 3,-1 0,0 2,-2 2,13-4,-2 3,-4 4,14-1,-5 7,-17 8,-5 6,23 4,-29 9,-11 4,-9 5,-7 3,-5 0,-4-4,-3-2,0 0,0-1,-16-41,-8-8,-17-38,-9 14,-26 18,-25 22,36 20,-3 3,0 2,1 1,-32 0,11 5,1 14,-4 18,-5 16,41-22,0 0,0 1,0 1,-1-1,-1 1,-2 0,-1-1,-1 2,-2-2,-2-1,0-1,0 0,0-1,-1-1,-1 1,-2 1,-2 1,0 3,0 0,-4 4,0 0,0 0,0 0,3-1,-1 1,0-2,1-1,2 0,1-1,-1 1,1 1,1-2,1 1,4-3,2-1,-34 23,23-13,18-9,15-11,9-7,3-3,-5 4,-15 16,-19 18,-13 14,-5 0,10-13,20-16,17-14,16-10,51 1,19-4,-4-1,7-1,9-2,4-3,-16-5,3-2,3-3,9-6,3-3,1-4,9-5,2-4,0-3,-20 6,0-3,0 0,-1 0,-2 1,0-1,-1 1,-1 0,15-7,-1 0,-2 2,-8 4,-1 2,-2 1,25-7,-3 2,-6 2,-2 3,-4 2,-2 2,-5 0,-2 1,-5 3,0 0,-6 3,-2 1,-8 2,-3 3,21-3,-36 7,-112 25,31-1,-6 2,-6 1,-7 1,1 3,-25 16,1 3,30-12,-1 0,0 3,-1 0,1 3,0 0,0 1,1 1,0 1,1 0,0 1,1 1,1-2,1 2,1-2,-25 19,2-2,2-1,1-2,3-2,2-2,2-2,2-2,5-3,2-3,7-4,2-2,6-5,2-1,-31 20,4-4,-2 1,-3-1,1-3,7-5,12-11,15-10,15-8,8-5,7-1,-14 0,-8 0,-19 0,-1 5,4 2,12 2,15-4,75-43,22-9,-6 8,7-3,3 3,1 2,1 2,2 1,4 2,2 2,3-1,1 2,-1 1,2 1,-27 8,2-1,-1 1,-3 1,0 0,-1 0,0 0,-1 0,0 0,28-7,-2 1,-9 2,-3 0,-6 2,-4 1,-11 3,-5 1,24-8,-28 8,-23 6,-61 48,-15 11,1-3,-5 3,3-2,-1-1,-1 2,0 0,-5 2,0 1,1-3,1 0,1 0,-1-1,2-4,0-2,9-7,0-2,2-3,1-1,-32 18,7-4,0-1,-1 4,6 1,8-4,15-6,18-18,11-11,64-29,-2-8,0 4,3 0,31-16,-3 5,5 10,3 8,-3 9,-1 5,-15 4,-7 0,-7 0,-10 0,-9 0,-8 0,-7 0,-7 1,-7 13,-6 17,-13 20,-13 20,-9 3,-3-6,7-15,12-18,8-13,4-7,6-1,28-5,4 0,27-6,-6-3,-7-2,-5-5,-12-5,-8-1,-8 0,-7-2,-2 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7:37.1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110 951,'55'-28,"-1"0,1-3,-1-2,-5-2,0-2,8-4,1-2,6-2,1-1,2 2,3 0,1 3,0 1,-2 5,-2 2,-1 3,-2 3,-4 4,-2 2,-7 4,-1 1,36-9,-10 5,-5 2,-4 2,-1 2,-6-1,1-2,-1 0,5-2,5 3,2 3,-2 4,-5 2,-9 3,-8 2,-10 1,-10 1,-7 0,-12 1,-68 25,-34 6,16-5,-6 2,-3 0,0 0,3-1,0 1,6 1,2 1,6 0,2 2,6 0,3 3,0 5,2 4,-1 4,2 3,-2 7,0 3,-3 6,1 1,4 0,1-1,2-4,3-1,6-10,4-2,-17 24,21-25,20-19,10-11,5-3,3-4,38-6,22-22,-7-6,7-6,11-13,3-6,-16 8,2-3,2 0,7-4,3 0,1 1,4-1,1 1,1 2,-2 4,0 1,0 3,-5 3,0 3,-1 2,-7 4,-1 2,-1 2,23-3,-2 3,-10 5,-3 3,-13 2,-4 3,23-2,-31 4,-31 5,-46 22,-26 9,-5 5,-10 4,-3 2,-9 4,0 1,18-11,-1 0,0 1,0 0,-2 3,-1-1,1 1,0 0,1-1,1 0,1 1,1-2,-15 12,2-1,3 0,8-4,2 0,2-1,7-3,3-1,1 1,-14 17,5 0,8-6,5-1,8-7,5-1,-16 23,20-21,15-18,15-15,56-43,-18 2,3-6,27-21,7-8,-20 14,2-3,1 0,8-6,2 0,3-1,-13 12,2 0,2 1,0 0,4 0,1 0,1 2,0 1,-1 3,0 1,-1 2,0 2,16-6,-1 3,-2 3,-11 6,-1 4,-3 3,14-1,-6 4,-18 7,-5 3,14 1,-43 8,-60 15,-27 6,12-3,-6 1,-10 4,-9 2,3 0,12-2,1-1,0 2,-4 3,-1 1,-2 2,-5 3,-2 3,-1 2,11-4,-1 3,-1 1,-1 1,-6 4,-1 1,0 2,-2 3,11-5,-2 3,0 0,1 2,2 0,-12 10,2 1,1 1,3 0,9-6,1 1,3-1,3-1,-7 10,4-2,7-3,5-1,9-4,-9 21,69-54,74-53,-18-3,9-6,-15 7,4-2,2 1,6-3,3 1,2 2,-18 9,1 1,1 2,1 1,4 0,1 2,1 1,-1 0,-2 2,-1 2,1 0,-2 0,19-1,-2 0,-3 1,-15 3,-3 0,-6 1,4-1,-9-2,21-13,-26-13,11-16,-15 18,5-2,11-6,4-1,-1 2,0-1,-2 2,-3 0,-10 6,-5 1,28-23,-20 7,-17 10,-13 9,-13 9,-18 9,-44 8,1 11,-9 6,-20 10,-6 7,17-2,-2 4,0 2,-4 7,0 4,1 2,-3 5,0 2,1 2,0 2,1 1,2 0,4-3,1 0,2-1,7-4,1-2,3-2,-10 8,5-5,-19 14,35-28,53-45,62-48,-11 11,7-4,-13 10,4-2,0 1,4-3,1 0,-1 2,-3 2,-1 2,-1 1,22-17,-2 3,-8 7,-4 2,-11 10,-4 2,-8 6,-4 3,18-6,-28 15,-37 14,-67 29,2 1,-11 4,9-4,-7 2,-1 1,-11 3,-3 1,0-1,22-10,0 0,-1-2,2 0,-20 3,1-1,1-2,9-4,1-1,1-2,6-2,2-2,1-2,-23 2,5-3,10-2,5-2,12-3,4 0,-21-2,28-2,19-12,16-20,8-28,22-26,2 37,6 1,8-3,6 3,5 1,3 2,-3 6,1 2,29-26,-21 18,-21 15,-21 12,-25 8,-36 7,-40 25,26 3,-4 8,-6 9,1 7,-4 10,3 4,3-1,4 2,11-7,5 0,9-9,4-2,-13 18,24-22,14-18,6-8,2 0,-1-1,-8 9,-3 8,-3 3,3 1,8-8,8-12,5-4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8:21.7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2955 246,'-86'0,"33"6,-2 3,-10 5,-2 5,-7 8,-1 6,-2 8,0 2,4 0,-1 2,15-12,-2 2,1-2,-28 14,1-3,4-4,2-1,5-5,3-2,18-10,1-2,-1 1,-1 0,-1-1,0 0,-2 1,1 1,2 1,1 0,6 1,3 1,-36 31,10 6,3 7,1 4,6-3,13-11,16-17,13-16,10-13,6-5,-1 19,-7 3,-15 30,-19 6,-15 11,28-37,-1 0,-28 31,13-17,15-16,16-19,15-20,34-31,3-1,7-4,14-11,5-1,8-5,4-1,-16 13,3-1,0 1,5-3,2 0,0-1,6-3,2-1,1 0,5-3,2-1,0 0,-2 2,0 0,1 0,-16 10,0 0,2-1,0 1,4-3,2 0,0 1,0-1,-1 2,1 0,-1 0,0 2,-3 3,-1 0,0 2,-2 2,13-4,-2 3,-4 4,14-1,-5 7,-17 8,-5 6,23 4,-29 9,-11 4,-9 5,-7 3,-5 0,-4-4,-3-2,0 0,0-1,-16-41,-8-8,-17-38,-9 14,-26 18,-25 22,36 20,-3 3,0 2,1 1,-32 0,11 5,1 14,-4 18,-5 16,41-22,0 0,0 1,0 1,-1-1,-1 1,-2 0,-1-1,-1 2,-2-2,-2-1,0-1,0 0,0-1,-1-1,-1 1,-2 1,-2 1,0 3,0 0,-4 4,0 0,0 0,0 0,3-1,-1 1,0-2,1-1,2 0,1-1,-1 1,1 1,1-2,1 1,4-3,2-1,-34 23,23-13,18-9,15-11,9-7,3-3,-5 4,-15 16,-19 18,-13 14,-5 0,10-13,20-16,17-14,16-10,51 1,19-4,-4-1,7-1,9-2,4-3,-16-5,3-2,3-3,9-6,3-3,1-4,9-5,2-4,0-3,-20 6,0-3,0 0,-1 0,-2 1,0-1,-1 1,-1 0,15-7,-1 0,-2 2,-8 4,-1 2,-2 1,25-7,-3 2,-6 2,-2 3,-4 2,-2 2,-5 0,-2 1,-5 3,0 0,-6 3,-2 1,-8 2,-3 3,21-3,-36 7,-112 25,31-1,-6 2,-6 1,-7 1,1 3,-25 16,1 3,30-12,-1 0,0 3,-1 0,1 3,0 0,0 1,1 1,0 1,1 0,0 1,1 1,1-2,1 2,1-2,-25 19,2-2,2-1,1-2,3-2,2-2,2-2,2-2,5-3,2-3,7-4,2-2,6-5,2-1,-31 20,4-4,-2 1,-3-1,1-3,7-5,12-11,15-10,15-8,8-5,7-1,-14 0,-8 0,-19 0,-1 5,4 2,12 2,15-4,75-43,22-9,-6 8,7-3,3 3,1 2,1 2,2 1,4 2,2 2,3-1,1 2,-1 1,2 1,-27 8,2-1,-1 1,-3 1,0 0,-1 0,0 0,-1 0,0 0,28-7,-2 1,-9 2,-3 0,-6 2,-4 1,-11 3,-5 1,24-8,-28 8,-23 6,-61 48,-15 11,1-3,-5 3,3-2,-1-1,-1 2,0 0,-5 2,0 1,1-3,1 0,1 0,-1-1,2-4,0-2,9-7,0-2,2-3,1-1,-32 18,7-4,0-1,-1 4,6 1,8-4,15-6,18-18,11-11,64-29,-2-8,0 4,3 0,31-16,-3 5,5 10,3 8,-3 9,-1 5,-15 4,-7 0,-7 0,-10 0,-9 0,-8 0,-7 0,-7 1,-7 13,-6 17,-13 20,-13 20,-9 3,-3-6,7-15,12-18,8-13,4-7,6-1,28-5,4 0,27-6,-6-3,-7-2,-5-5,-12-5,-8-1,-8 0,-7-2,-2 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8:21.7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110 951,'55'-28,"-1"0,1-3,-1-2,-5-2,0-2,8-4,1-2,6-2,1-1,2 2,3 0,1 3,0 1,-2 5,-2 2,-1 3,-2 3,-4 4,-2 2,-7 4,-1 1,36-9,-10 5,-5 2,-4 2,-1 2,-6-1,1-2,-1 0,5-2,5 3,2 3,-2 4,-5 2,-9 3,-8 2,-10 1,-10 1,-7 0,-12 1,-68 25,-34 6,16-5,-6 2,-3 0,0 0,3-1,0 1,6 1,2 1,6 0,2 2,6 0,3 3,0 5,2 4,-1 4,2 3,-2 7,0 3,-3 6,1 1,4 0,1-1,2-4,3-1,6-10,4-2,-17 24,21-25,20-19,10-11,5-3,3-4,38-6,22-22,-7-6,7-6,11-13,3-6,-16 8,2-3,2 0,7-4,3 0,1 1,4-1,1 1,1 2,-2 4,0 1,0 3,-5 3,0 3,-1 2,-7 4,-1 2,-1 2,23-3,-2 3,-10 5,-3 3,-13 2,-4 3,23-2,-31 4,-31 5,-46 22,-26 9,-5 5,-10 4,-3 2,-9 4,0 1,18-11,-1 0,0 1,0 0,-2 3,-1-1,1 1,0 0,1-1,1 0,1 1,1-2,-15 12,2-1,3 0,8-4,2 0,2-1,7-3,3-1,1 1,-14 17,5 0,8-6,5-1,8-7,5-1,-16 23,20-21,15-18,15-15,56-43,-18 2,3-6,27-21,7-8,-20 14,2-3,1 0,8-6,2 0,3-1,-13 12,2 0,2 1,0 0,4 0,1 0,1 2,0 1,-1 3,0 1,-1 2,0 2,16-6,-1 3,-2 3,-11 6,-1 4,-3 3,14-1,-6 4,-18 7,-5 3,14 1,-43 8,-60 15,-27 6,12-3,-6 1,-10 4,-9 2,3 0,12-2,1-1,0 2,-4 3,-1 1,-2 2,-5 3,-2 3,-1 2,11-4,-1 3,-1 1,-1 1,-6 4,-1 1,0 2,-2 3,11-5,-2 3,0 0,1 2,2 0,-12 10,2 1,1 1,3 0,9-6,1 1,3-1,3-1,-7 10,4-2,7-3,5-1,9-4,-9 21,69-54,74-53,-18-3,9-6,-15 7,4-2,2 1,6-3,3 1,2 2,-18 9,1 1,1 2,1 1,4 0,1 2,1 1,-1 0,-2 2,-1 2,1 0,-2 0,19-1,-2 0,-3 1,-15 3,-3 0,-6 1,4-1,-9-2,21-13,-26-13,11-16,-15 18,5-2,11-6,4-1,-1 2,0-1,-2 2,-3 0,-10 6,-5 1,28-23,-20 7,-17 10,-13 9,-13 9,-18 9,-44 8,1 11,-9 6,-20 10,-6 7,17-2,-2 4,0 2,-4 7,0 4,1 2,-3 5,0 2,1 2,0 2,1 1,2 0,4-3,1 0,2-1,7-4,1-2,3-2,-10 8,5-5,-19 14,35-28,53-45,62-48,-11 11,7-4,-13 10,4-2,0 1,4-3,1 0,-1 2,-3 2,-1 2,-1 1,22-17,-2 3,-8 7,-4 2,-11 10,-4 2,-8 6,-4 3,18-6,-28 15,-37 14,-67 29,2 1,-11 4,9-4,-7 2,-1 1,-11 3,-3 1,0-1,22-10,0 0,-1-2,2 0,-20 3,1-1,1-2,9-4,1-1,1-2,6-2,2-2,1-2,-23 2,5-3,10-2,5-2,12-3,4 0,-21-2,28-2,19-12,16-20,8-28,22-26,2 37,6 1,8-3,6 3,5 1,3 2,-3 6,1 2,29-26,-21 18,-21 15,-21 12,-25 8,-36 7,-40 25,26 3,-4 8,-6 9,1 7,-4 10,3 4,3-1,4 2,11-7,5 0,9-9,4-2,-13 18,24-22,14-18,6-8,2 0,-1-1,-8 9,-3 8,-3 3,3 1,8-8,8-12,5-4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8:54.5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1030 3219,'89'0,"-7"0,-15 0,-6 0,-6 0,-1-3,1 0,-2-2,5-2,6-1,4-1,6 1,-3 0,0 0,0-1,0 1,-1 2,-3-2,1-2,-1-1,1-1,-1 2,-1 3,-4-1,-4 1,-5-1,-9 1,-10 2,-8 2,-7 2,-6 1,7 0,-5 0,6 0,-5 0,-1 1,0 3,2 6,-1 4,-2 3,-2-1,-5-3,-3 7,-2-5,-2 12,-6-1,-13 3,-11 0,-7-4,4-6,10-7,7-4,3-2,-3 0,-7 2,-9 1,-8 2,-9-2,-11 1,-12-2,-11-5,-10 0,-1-3,4 0,4 0,14 0,7 0,8 2,6 1,0 2,2 2,1 0,0 1,0-2,1 1,7-3,5 1,0-1,0-2,-4 1,4-1,3-2,2 0,1 0,-2 0,-2 0,-4 0,1 0,3 0,3 0,7-3,5-4,4-6,6-4,-1-7,3-6,1-7,1-8,-1-1,-2-1,-3 4,-2 3,-2 4,0 2,4-4,3-5,5-11,2-11,3-11,14-14,-3 42,4 0,6-4,4 1,5-3,3 0,5 1,3 2,5 0,4 2,3 3,3 3,7 4,3 4,1 5,2 5,0 6,0 4,1 5,-2 5,-6 1,-1 5,-3 4,-2 5,-6 6,-3 6,-6 6,-5 5,-5 7,-4 3,8 41,-22 2,-38 3,-8-43,-10-2,-11 3,-7-3,-12 0,-5-4,-1-3,-2-3,3-5,0-4,6-5,1-5,10-3,3-5,-33-11,28-26,24-28,18-36,18 38,9-3,12-6,11 2,11-2,9 4,15 0,8 6,8 6,3 5,-3 9,1 6,-6 7,-2 7,-13 7,-4 9,35 31,-57 2,-8 10,-5 15,-10 7,-12 13,-15 2,-19 4,-15-3,4-27,-7-3,-6-3,-9-1,-6-4,-1-4,0-5,-2-2,0-5,4-6,-1-2,1-5,-26 2,2-7,12-7,2-7,3-10,6-9,12-7,9-9,13-6,8-6,8-4,12-1,16 1,12 1,11 2,11 3,16 1,9 5,15 2,6 5,1 6,0 3,1 3,-2 4,-8 3,-2 1,-10 3,-1 1,-4 0,-3 1,36-12,-29-20,-30-44,-28 21,-10-6,-6-16,-9-3,-8 0,-11 3,-17 6,-11 9,-11 11,-8 12,-7 12,-4 10,-2 6,-1 10,5 12,1 8,4 5,2 6,8 7,2 6,6 6,4 3,5-1,3 0,7 0,3 0,8-5,4-1,-17 23,19-11,14-13,10-8,16-9,24-6,40-5,-14-6,6-4,16-6,3-7,11-10,2-9,-28 6,0-4,-1-3,0-2,-1-4,-2 0,-1-1,-1-1,-2-1,-3 1,-1 1,-2-1,18-19,-3 0,-6 3,-5 0,-8 6,-5-1,-9 7,-6-1,7-39,-19 12,-21 7,-36 4,-38 13,18 32,-6 6,-13 3,-6 7,-10 8,-4 12,25 3,-3 6,1 5,-8 7,0 7,2 2,2 5,1 3,3 0,7-1,3 1,3-2,-12 12,9-2,20-16,7-2,-14 23,29-18,16-8,12 0,24-3,30-7,29-10,-34-14,2-3,1-4,0-6,0-5,-1-6,2-7,-2-5,-2-8,-1-4,0-4,-1-2,-2-3,-1 0,-3 0,-3-1,-1 3,-3 2,-4 5,-2 3,22-30,-8 15,-4 9,3 0,3 3,1-1,-6 6,-9 11,-8 7,-4 4,1 0,4-5,-1 3,-7 1,-7 4,-55 4,-31 7,6 8,-9 8,13 4,-3 4,1 3,-3 2,1 1,2 2,-21 14,7 0,19-9,10-4,13-5,33-11,62-25,7-9,-11 1,1-1,-7 0,0 0,1 1,1 0,-2 1,0 1,41-10,-13 6,-8 7,0 4,1 4,-1 0,-1-1,-6-2,-6-5,-7-2,-5 0,-6 0,-4 4,-5 5,-6 2,-6 3,0 4,-2 9,-3 2,-2 11,-6 3,-3 11,-7 20,-14 25,4-30,-3 3,-4 4,-1 0,-2 2,-1 0,1-3,0-2,1-4,1-1,2-2,1 0,1-3,0-1,-18 42,1-4,5-3,7-3,7 3,8-5,5-10,4-17,4-19,5-15,13-14,32-26,-8 1,4-5,12-8,4-4,10-6,2-3,-1 1,-1 1,-4 3,-3 2,-6 4,-4 4,28-16,-27 18,-26 11,-17 4,-8-5,-5-9,-9-9,-16-1,-25 6,-33 14,31 14,-3 3,-4 2,0 1,3 1,3 0,-28 3,29 2,28-1,18 0,52-23,2-6,37-17,-19 6,-11 9,-13 10,-11 9,-9 6,-8 11,-6 24,-10 33,-9-18,-6 3,-9 9,-5 2,-9 1,-4 0,-5-1,-2-2,3-4,1-1,6-9,3-2,-17 25,25-23,18-15,21-9,28-6,33-6,-18-12,5-7,12-10,4-8,10-11,0-7,-26 11,0-3,-1 0,26-18,-4 1,-19 13,-4 2,26-15,-18 19,-10 12,38-8,-42 19,1 1,-2 1,0 2,39-2,-32 10,-12 3,-8 4,-9 5,-11 1,-6 0,-33 9,-30 1,6-6,-6 2,-12 0,-2 0,-6 2,-1 0,1 1,1 1,2 1,1 2,7-1,3 3,5 1,3 2,7-1,3 2,-22 27,21 0,17 3,14 7,9 2,2-6,0-10,2-15,16-13,29-11,42-8,-23-11,6-7,16-9,3-6,2-6,-1-3,-4-5,-1-2,-5-1,-2 1,-8 4,-2 1,-7 4,-3 1,-11 8,-6 2,-2 4,-127 57,34-14,-7 4,-6 2,-9 3,2 1,8-2,1 0,1 1,-2 0,1 0,1 1,3 0,0-1,2 1,-24 17,3 1,7-4,4 0,8-3,4-1,8-5,2-2,6-4,4-2,-22 25,14-10,16-11,20-18,44-42,6-11,9-8,23-17,6-4,-19 16,2-2,0 2,1 0,0 2,0 3,-5 4,-1 2,-1 2,17-8,-3 3,-9 7,-3 3,-13 6,-2 2,29-15,-11 6,-10 4,-10 5,-11 8,-12 5,-8 9,-43 43,-22-2,6-2,-4 2,-4-7,-2-1,1 1,0-1,5-2,1 0,2-2,2 1,4-1,1-1,-33 30,9-5,20-13,13-10,6-5,-2 0,-7 3,-8 1,-3-1,-3-2,-3-3,-1-2,-1-1,6-2,12-1,9-6,14-4,85-8,7-9,-5 0,5-4,-11-2,-3-2,-4 0,-1-1,-7 0,-2 0,33-16,-15 1,-9-5,-6-3,-4-3,-4-5,-2 1,-3 2,-6 9,-6 9,-6 7,-7 7,-7-1,-5-5,-3-4,-1 1,0 3,0 5,0 1,-1-9,-3 5,-10-7,-15 6,-25 3,-27 2,27 9,-4 1,-17 1,-4 1,-6 1,-1-1,-4 1,1 1,2 2,2 2,12 3,3 3,4 3,2 2,6 3,2 3,3 0,2 2,-2 1,1 0,-2 3,0 1,-2 2,2 1,5-1,2-1,-30 23,7-16,-11-18,28-13,-4-3,-8-1,-1-2,-2 0,0 0,7-1,1 0,-37-4,19 0,17 4,9 0,5 2,6 0,10 0,6 0,6 0,4 0,0-2,-2-10,-1-14,-2-12,1-12,2-5,5-8,5-13,8-14,6 40,3 0,4 0,3 3,25-35,2 22,-8 20,-7 14,-12 12,-81 48,3-4,-2 2,-4 2,18-12,1-3,-45 14,9-7,11-8,20-6,7-2,10-2,6-3,4-1,12-3,3-1,-7 0,2 0,-5 0,7-3,5-10,3-8,4-16,2-13,7-13,5-7,5 2,3 9,-6 8,-6 3,-5 1,-3 4,0 6,0 7,0 5,2 0,7-4,15-7,13-5,10 3,2 6,-5 9,-6 6,-7 4,0 2,3 1,7 2,3 2,1 1,-4 2,-6 1,-7 1,-5 1,-5 0,-1-2,1 0,-1-3,0 1,-4 0,-56-13,5 8,-51-7,17 12,-5 10,-3 15,0 14,17 5,22-11,23-20,15-18,-6-19,-4 5,-6-1,1 13,6 7,60-5,-3-6,52-6,-19-4,-5 3,-2 1,-8 4,-10 3,-8 4,-11 4,-8 1,-5 3,-6-2,1 18,-1 1,4 20,1 5,2 6,1 9,0 0,3 2,-3 3,-1 0,-5 1,-5-4,-5-4,0-3,-4-3,0-4,-2 1,-1-2,0 0,-3-3,-1-6,-6-2,-6-3,-6 3,-6 2,1-4,-5 3,-7 1,-3-1,-1 1,10-8,8-6,1-2,-2-1,-5 0,-2-1,4-5,0-5,4-3,-3-2,-5 2,-6 5,-3 6,2 7,2 6,7 4,5 3,4 0,6-4,4-2,3-5,5-2,2 1,2-1,0 1,2-2,4-1,4-1,5 0,-2-5,0-2,0-3,7-2,11 0,9 0,5 0,2-2,-1-1,2-2,5 0,0 0,2 0,-5 0,-6 2,-6 2,-7 3,-2 4,-3 3,-1 3,-3 1,-1 4,-1 7,-3 5,-4 5,-1 2,-5 1,-2 0,-1-2,-1-7,0-8,0-10,-46-23,2-9,-38-18,21 5,13 5,15 8,13 3,10 5,8-9,2 1,4-16,-2-7,2-13,1-2,0 4,3 12,1 11,1 6,1 7,-4 3,5 2,-27 59,13-13,-18 56,14-20,3 9,0-2,0-5,2-8,3-16,2-10,0-15,0-8,-3-3,-2 0,0 3,-5 8,-4 3,-3 3,-3-3,1-6,4-5,1-3,3-2,-12-4,-3-14,-1 2,2-8,30 46,-8-21,16 26,-16-32,0 0,-24 13,14-8,-19 10,57-85,10 6,-5-2,4-2,-5 18,0 5,25-24,-15 14,-10-1,-19 25,-2-4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9:21.882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217 636,'57'-22,"-1"-1,0-1,-1-2,3-3,-1-1,-3 0,-1 1,-1 2,-1 0,0 2,-1 0,-2 2,1 0,-1-1,0 1,-1 1,-1 0,41-18,-7 5,-8 7,-10 3,-8 6,-7 3,-9 6,-7 4,-7 3,-7 4,-63 48,-4 1,-6 1,-5 4,2-1,0 2,-8 10,-3 3,20-19,-1 0,0 1,-1-1,0 1,0 0,0 1,-1-1,1-1,2-2,0-1,0-1,-20 20,1-2,6-4,2-2,7-8,2-1,8-6,3-2,-21 23,21-18,21-18,15-11,19-6,30-10,33-26,-22-1,3-7,12-12,1-6,6-9,2-2,-26 20,1 0,0 0,0 1,1 0,0 1,25-14,-1 2,-5 5,0 2,-4 3,-3 2,-6 6,-1 1,-2 3,-1 1,-4 4,-3 1,42-14,-17 9,-20 10,-18 10,-13 4,-10 3,-2 0,13-17,-1 2,10-12,-5 10,-1 7,-3 5,4 4,-2 3,4 0,5 0,0 0,4 0,-1 0,-1 0,-2 1,0 1,-2 0,-3 1,-2-2,-4 1,-4 2,-1 2,0 3,3 1,0 1,-4 2,-3 0,-7 0,-5 2,-18 4,-33 17,-34 10,26-17,-5 2,-5 3,-1 2,0-1,0 1,0 2,0 0,3 0,2 0,4-2,1-1,3-1,1 0,5-3,0 1,4-2,1 2,1-1,1 2,1 2,2 1,0 0,3 0,-27 27,13-12,16-13,10-7,6-3,1 0,-2 0,-2 3,-6 3,-5-1,-1-2,2-6,8-9,9-5,3-4,-16 4,-4-3,-23 2,0-6,-5-3,3-1,6-5,8-2,13-5,10-1,9-4,4-6,15-12,18-16,30-13,-18 27,4 0,8-2,2 1,6-2,3 3,5 0,4 3,8-1,3 3,0 5,1 3,-1 3,1 5,-4 4,-2 3,-10 5,-3 1,-3 1,-3 1,37 1,-41 0,-51 4,-55 15,-42 13,21 3,-3 7,-5 10,2 4,-1 4,2 4,3 3,6 1,17-10,5-2,4-2,4-2,5-5,4-2,-14 31,14-11,7-8,7-9,5-8,5-12,4-12,41-9,20-22,-5-4,5-5,3-8,0-4,4-7,0-2,-1 1,-2-1,-6 3,-1 1,-3 4,-2 2,-4 4,-2 2,35-20,-12 12,-10 6,-7 5,-2 4,-3 3,-3 5,-8 4,-7 4,-8 2,-11 2,-49 18,-21 13,1-2,-6 6,-3 7,-2 4,-10 8,-2 4,2 2,0 1,2 0,1 0,6-3,2-1,9-6,1-1,6-5,2-2,7-5,2-3,-28 24,10-7,8-3,9-1,6-4,11-8,9-7,8-8,10-8,54-37,23-27,-11 8,6-6,-3-2,1-1,2-1,0 1,-4 5,-1 3,-8 6,0 3,-5 5,-1 3,-6 5,-1 1,38-16,-3 3,-7 4,-5 4,-7 5,-6 5,-7 5,-5 2,-9 3,-9 4,-6 2,-7 2,0 0,-85 56,31-27,-5 2,-10 8,-8 5,0 0,2-3,0 1,-1 0,-3 4,0 0,-1 4,-7 7,-1 3,3 2,3-3,3 1,2 0,6-3,3-1,4 0,-13 19,10-3,20-20,6-2,3-4,3 0,-12 33,9-14,1-13,4-17,4-11,1-1,-6 19,-11 27,-10 20,17-39,-1-1,1-2,0-1,-22 37,-2-10,-2-8,-5-4,-7 0,1 0,6-7,11-3,9-8,5-5,5-2,4-5,1-1,1-5,4-2,1-6,4-6,-2-2,-6 0,-5 1,-6 1,-1 0,3-1,1-3,4-1,55-27,22-12,25-25,-24 22,8-6,-3 1,13-14,-3-1,-1 0,-1 0,1-1,1 0,0-1,-1 0,-3 5,-2 0,0-1,-2 1,-6 6,-1 2,-6 3,-1 1,-3 3,-2 1,-5 4,-1 1,28-27,-7 4,5-3,4-5,-1-1,-2 3,-11 10,-6 9,-4 8,-3 5,2 3,0 3,0 1,4-3,0 0,3 0,-3-1,-6 4,-3 0,-6 3,0-1,7-4,5-7,7-4,-1 0,-7 6,-12 7,-8 6,-6 5,-1 1,-3 1,-2 1,5-3,-3 0,8-4,-7 2,-2 3,0-2,-1-3,6-7,-1-3,0 2,-3 3,-3 5,-2 2,-1-3,4-2,-2-2,-3-1,-3 3,-3 3,-1 0,0-1,0-2,0 1,0 1,0-1,0 1,-1 1,-20 4,7 5,-16 5,9 1,-10 0,-14 7,-16 12,-5 9,1 4,9-3,10-9,3-6,1 1,-6 1,-18 14,-18 15,30-12,-2 2,-3 6,-1 1,-5 3,0 2,0 2,1 0,5-3,2 0,2-2,3 0,9-6,3-1,3-1,1-2,-26 25,10-8,9-12,16-14,15-16,65-75,-19 27,4-5,23-29,4-4,-5 9,-2 1,-3 3,-3 2,-3 4,-1 1,-5 7,-1 3,-4 5,-1 4,29-25,-14 19,-11 10,-10 10,-3 3,1 5,-2 0,-1 4,-6 5,-6 2,3 3,-6 0,14-1,-10 3,6 0,-6 2,4 2,3 0,3 2,3-1,0-2,-3-1,-2-2,-3 0,-4 0,-2 0,4 1,-5 1,-40-29,11 18,-37-23,30 25,1 3,8 2,0-2,-4 2,7 0,-9-3,3-3,2 0,-4-2,6 6,-4 2,69 2,-32 0,53 0,-48 2,-8 0,-4 4,1 3,-5 2,5 5,-3-3,1 1,2-1,1 1,1 2,1 0,1 2,1-1,4 3,5 3,8 2,1 1,-1-2,-5-5,-10-4,-6-6,-3-2,-1 4,0 1,3-3,5-18,-6 0,3-11,-3 11,-1 4,6 0,-1 3,-1 0,0 2,0 0,-2 12,-8 11,-19 25,-27 18,-22 12,27-38,-3-1,1-1,0-1,1-1,0-1,-1 1,-1-1,-1 2,-2-1,-2 1,-1-1,-1 0,1 1,-1-1,1 0,-1 1,2-1,2 0,1 0,1-1,1 0,-34 30,4-3,1-4,1-2,-4 0,-3 2,-4 2,36-29,0 0,-37 27,3-8,6-7,3-3,-1 0,-1 0,9-5,14-8,18-9,11-7,3-1,0 2,-5 6,2 2,4-2,11-4,28-7,40-11,-12-5,7-2,15-6,3-3,5-3,2-2,0 1,-1-1,-4 0,-3 0,-4 1,-3-2,-3-1,-3-3,-5-1,-3 0,-5 0,-2-1,-4 1,-1-1,-3 3,-2 0,36-23,-6 8,-9 11,-8 7,-8 5,-5 1,-4-1,-1-3,-2-2,-5 0,-3 5,-5 4,-3 4,-3-1,-1-1,-4 0,-28 0,-17 11,-34 11,-25 25,24 5,-4 8,17-8,-2 2,1 1,-3 4,-1 0,2 0,1-1,1 0,2-3,-10 8,2-2,7-6,1-1,3-5,2 0,1 0,1-1,0 0,1-1,3-2,1 0,-36 24,9-8,8-6,-4 0,-1-2,3-4,6-4,11-6,8-3,11-3,9-3,9-4,90-4,-4-2,-2-2,2-1,-17 0,-3 0,-3-1,-1 0,38-1,-9-1,-6-8,-4-12,0-11,-3-12,-3-2,-7 1,-4 2,-3 2,-1-2,0-3,-1-1,1 1,1 0,4 1,4 0,7-3,4-2,-1 0,-3 4,6 1,12-2,-38 23,3-2,10-5,0-1,-1 0,-1 1,-3 1,-3 1,-4 1,-4 1,18-14,-10 6,-8 2,-4 6,-6 3,-6 5,-4 5,-6 5,-4 5,-53 23,6-8,-50 19,14-16,-7-3,0 0,7-1,11 4,28-5,10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9:50.981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251 0,'-55'0,"4"0,17 0,3 0,5 0,4 0,6 0,1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9:59.56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2191,'49'-24,"-2"-5,-5-2,3-7,1-3,5-3,0 0,-2 1,0 1,-5 2,-4 3,0 2,-5 1,0 2,-1 0,-1 1,6-1,1 0,8-4,3-1,4 0,6-2,4 2,7-2,8-5,8-3,-44 22,1 0,-1 0,0 1,33-19,-12 7,-14 9,-16 9,-7 4,-5 3,-1-3,4-2,2 0,4-5,3-1,4-3,4 0,5-1,2-2,3-3,4-6,6-6,10-9,8-6,-38 28,0-1,0 1,0 1,34-21,-11 10,-14 11,-7 7,-9 2,0 1,0-2,1-1,4 0,-2 0,-5 5,-9 3,-10 5,-7 3,0-11,-3 4,5-11,3 10,2 0,2 3,-3 3,-6-3,-53-2,-2 6,-43 1,18 16,7 8,9 11,8 7,5 1,2 5,-2 3,-3 1,-2 0,1-8,3-6,3-5,4-6,1 0,1-3,2-1,0-5,3-4,0-2,1-2,-1 1,2 0,1 0,1 1,0 1,-2 1,-3 3,0 1,1 2,-1 2,-2 4,-1 3,0 3,4 3,3 0,1 2,2 1,0 0,0-1,-1-1,1-1,-2-2,1-3,2-4,0-2,1 0,-1 0,0 0,-5 5,-3 3,-6 6,-1 3,1-1,4-3,3-6,7-5,4-4,5-3,3-2,-2 0,-1 2,-7 5,-5 4,-5 9,-5 7,-2 0,-2 1,3-7,4-3,2-4,3-4,1-1,0 0,-1 2,0 2,1-1,1-2,3-5,5-5,6-2,0-4,2 7,-4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20:29.66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4491 171,'-71'0,"-8"0,-8 0,1 0,8 0,15 0,9 0,-2 0,1 0,6 0,9 0,13-1,5-1,1-2,1 0,3 0,1 0,3 0,-4-8,5 2,-5-6,4 4,0-3,0 2,0-1,1 3,0 3,-5-2,2 5,-4-1,5 0,-1 2,0 0,-8 3,-1 1,-4 0,-2 0,0 3,0 5,-1 2,1 4,0 2,0 2,1 4,-2 1,0 1,-1-3,2-1,2-1,2-3,3-3,1-4,4-3,0-2,-8-2,-8 3,-12 5,-9 7,1 4,1 2,7-3,6 0,8-4,3 0,0-1,0-1,3 0,3 0,3-1,2-2,0 1,3-1,5-2,-1 6,4-4,-6 8,5-4,0 0,3 0,2 0,-2 5,-2 7,1 4,-2 0,2-5,2-6,1 0,-1 2,1 6,1 0,0-2,2-4,0-6,3-2,12-3,0-6,15-3,-1-2,6 0,2 0,-4 0,-2 0,-2 0,-3-1,-4-4,1-1,-1-4,2-1,3-3,2-6,2-5,6-3,-1 0,-1 2,-6 5,-5 5,-4 4,-3 3,1-1,1-1,4-2,2-2,1-1,-1-2,0 0,3-1,3 1,2-1,0 0,-3 0,-2 1,-3-1,0 1,-2 0,-1 0,0-1,-2 0,3 0,0 1,-3 3,0 2,-5 3,-1 4,-74 9,6 15,-4 0,-4 4,12 6,3 4,-1 0,0 2,3 0,0-1,3-1,1-1,-29 24,10-10,8-9,12-9,1-5,4-1,1-4,-2-1,2 0,1-1,-3 1,-1 1,1 0,0 2,2 0,1 0,-3 0,3-1,8 1,6-5,6-5,-8-1,-20 8,-14 13,-7 8,6 5,11-6,10-7,3 0,4-2,1-1,1 2,3-2,-1-1,-2-1,1-2,0 1,2-3,2-1,2-4,2 0,1-1,1-2,1 1,1-2,2 2,-4 1,-3 2,-3 2,-4-2,2-1,0 1,0-1,2 3,-2-1,1-1,2-2,3-2,2-2,0 2,-1 4,-3 6,1 4,0-3,0-2,2-3,-1 0,-1 0,-3 2,-5 0,1 1,-1-1,1-2,0 0,1 0,-1 0,3-1,3-1,5-1,3-3,-5-2,-11 3,-11 7,-6 4,-2 9,4-2,3-2,5-2,8-6,1-1,1-3,2-1,0-3,4-4,3-1,3-2,-6 5,2-1,-6 3,6-6,4 1,-5 1,3 1,-6 3,4-2,3-1,0 1,3 0,55-27,-20 1,49-28,-33 9,0 0,-2 5,-4 3,-7 8,-3 4,-1 2,0 1,5-3,3-3,4-2,5-1,4-2,6-1,3-1,-3 2,-1 1,-5-1,-2-2,0-3,2-3,3 0,3-1,0 0,-3 3,-3 3,-4 4,-7 8,-8 4,-2 6,3-1,9-5,6-4,0-6,-2-1,-1-3,1-2,-1 1,-1 2,1-1,-1 1,1-2,2-3,1 0,0 0,0 2,-5 3,1 0,-1 1,-6 4,1 2,0-2,1-4,2-7,-1 2,-5 3,-1 2,-3 2,-2 1,2 0,0 0,3 0,-2-1,-1 1,1 0,-1-1,2 1,-1-3,0-1,-3-4,-2-4,-1-2,-1-5,0 2,-3 3,-2 7,-3 4,-2 5,2 1,0 2,0 0,0-2,-1-1,1-4,0-3,1-2,-1-4,1-1,1 0,0-1,-3 2,-2 1,-2 2,-2 3,1 3,1 0,0 2,-11 4,-18 5,-17 8,-11 6,-5 5,3 2,1 2,3-5,6-2,2 0,2 1,1 2,-1 2,0-1,0 1,1-3,2-5,4-2,6-2,7 0,3 0,0 0,1 0,-4 0,-1 0,-3 0,0 0,0 0,4 0,3 0,2 0,-2-2,2-7,-4 4,5-3,-4 8,4 20,-6 8,2 20,-2-4,0-9,2-8,4-7,2-5,-2 1,-3 1,-5 4,-2 5,3 0,2-3,5-6,3-6,0-1,-2 2,-5 6,-6 7,-4 2,2-2,3-5,4-3,2 0,1-2,0 0,0 0,-1 2,1 2,1 2,1-1,0 0,2-3,-3 1,-3 2,-2 3,-2 3,1-1,2-3,1-3,2-1,1-3,2-2,1-1,-3-3,-1 2,0 0,0 0,4-2,-1 1,2 0,-1 2,0 0,2 3,4-1,-1 15,-3 5,-8 7,-12 10,-5-6,0-1,3-7,7-9,1-4,-1-3,-3 0,-1-3,-3 1,0 1,-1 1,1 0,4-1,5-1,5-3,10-6,2-4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20:44.032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607 3073,'45'-27,"1"0,-1-1,-2 0,28-30,-6 4,-11 6,-6 5,0 3,0 2,6 0,0 0,1-4,-1-2,-2-1,-3 4,-5 5,-2 3,-4 1,1 0,0 0,-3-1,-3 2,-2 1,-2 4,0 0,2 1,1-2,-1 3,-3 3,-5 1,-1 4,-2 1,1-1,1 0,-2-4,1 0,-1 1,-3 3,1 4,-3 0,-1 1,-1 0,-2 1,0 0,6-3,-6 4,5-2,1 5,-6 3,8-2,-4-2,-2 1,3-6,-6 4,3-4,1 2,-5 1,8-6,-9 2,4-7,-5 0,0-3,-3-2,0-4,0-6,-1-2,-1 0,-2 1,0 2,0 3,0 3,-3 4,-7 5,-11 4,-14 3,-10 4,-9 3,-3 2,2 3,-2 0,-6 7,-19 23,30-1,-1 6,-7 10,-1 4,-1 7,1 1,4-3,2-1,8-7,2-2,8-6,1-2,-26 23,4-2,-7 10,29-30,0 3,-2 1,0 2,0 1,0 0,4-3,2-1,-29 32,9-9,10-11,2-4,6-3,3-6,4-4,6-7,6-7,4-7,42-84,-6 29,4-4,17-33,4-4,2 8,1 2,1 0,0 0,6-7,-1-1,-19 26,0 0,-1 1,16-24,-1 2,-5 6,-2 3,-11 14,-1 2,-2 4,-1 0,-1 4,0 0,-1 2,1 0,30-37,3 2,2 6,-4 7,-1 10,-6 8,-6 8,-6 3,-4 2,-5-3,-1-2,4-3,-1 0,-2 9,-3 12,-6 10,-1 8,0 0,-8 0,-1 0,0 4,-2 5,3 2,-4 2,-3-4,1 7,-3 1,-1 3,-3 0,-1 1,-2 3,0 6,0 4,-2 3,-7 3,-12 5,-18 4,-14 5,-13-1,-2-4,0-5,4-7,4-6,2 0,0 2,-3 5,-2 5,0 1,4-1,7-2,3 1,4 1,1-1,1 1,1-5,0-6,2-5,2-6,4-4,0-3,-2-2,-3-3,-3 1,2 0,1-1,1 1,-4 1,-3 1,-3-1,1 0,3-2,1-2,5-1,0 0,-3 4,2 3,2-1,6-2,12-6,4-7,2-6,-1-3,-3-2,1 1,0 1,3-1,2-1,2-10,3-14,5-18,17-18,25-15,-11 42,4 0,6 0,2 1,1 1,0 1,-2 2,0 1,0 0,-1 1,0 0,0 0,1-1,0 1,2-2,1-1,1 0,0 1,0 0,1 1,-1 1,-1 1,-1 1,-1 1,-1 1,0 0,-1 0,1 1,0-1,0 2,-1 1,-1 3,30-23,-13 14,-13 11,-6 8,-4 8,-2 4,-3 6,-5 2,-6 1,-11 31,-28 21,1-8,-5 3,-9 4,-4 0,-6 6,-3 0,0 0,-1 0,0-1,-1 0,2-3,1-2,3-5,0-2,5-4,2-2,-31 31,8-8,5-5,2-4,1-3,0-3,0-3,3-3,4-9,6-6,3-5,0-3,-3-2,-5-2,-2-3,-2-2,0-1,-1-4,2-2,2-2,4 0,2 0,2 0,1 0,3-4,4-5,1-5,3-7,-1 0,1 1,2 2,3 4,4 3,1 0,2 2,3-2,0-1,6-9,-1-7,9-13,11-4,11-9,17-8,15-11,-26 34,0-2,1 1,1 0,-1 2,1 1,30-34,2 5,-1 5,-3 6,-4 5,1 2,3-3,2 1,2 0,-1 2,3 4,0 0,5 4,5 1,0 4,0 4,-10 5,-8 5,-10 6,-8 6,-8 4,-7 5,-5 8,-3 8,-1 11,1 8,-1 5,-3 2,-5 0,-5-1,-3-1,-2-4,0 0,0 1,0-1,0 3,0-3,0-6,-1-6,-1-6,0-4,-2 2,-1 5,-4 12,-8 8,-4 12,-2 2,0 0,3-1,2-3,1-3,0-2,8-21,1-6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21:10.448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662 2328,'46'-85,"0"0,-2 18,4-1,5-2,-4 11,4 0,2-1,1 1,5-3,3 0,0 1,1 2,-2 2,1 1,0 1,0 3,-3 4,1 2,0 1,-1 1,18-11,-1 3,1 0,-4 2,0 2,0 0,-6 4,0-1,-2 1,-5 1,-1 1,-2 0,17-14,-4 3,-16 10,-3 2,23-19,-35 28,-23 20,-81 77,20-25,-6 6,-8 5,-6 5,-1 0,2-2,0-2,-1 1,-4 2,-1 0,0-1,3-1,1-2,0 1,2-3,0 1,1-1,1-1,0 0,1 0,2-1,0-1,1 1,-1 2,0-1,0 2,0 1,0 1,1-1,-1 0,1 0,1 0,2-2,0-1,2 0,-20 16,2-3,10-9,2-3,6-5,3-3,6-6,2-1,-24 24,13-8,16-9,14-12,12-14,78-69,6-4,-1 0,4-5,-10 10,0 0,8-6,2-2,-26 20,0 0,1-2,1-2,1-1,0 0,1-4,1 0,-1 0,-1-1,-2-1,1-1,1-2,0-2,0 1,-5 4,0 0,-1 0,-1 3,-1 0,0 2,17-15,0 4,-10 11,-2 4,-6 9,-2 4,25-11,-12 16,-4 8,-5 3,-5 0,-8 3,-6 3,-7 4,-7 4,-2 0,4 0,-73 57,-11 14,18-27,-7 5,-1 0,0 2,0 1,-1 1,-3 2,0 1,1 1,-2 1,1 1,1-1,4-2,2-1,1 0,4-3,1-1,2 0,-17 20,2-1,10-9,3-1,4-5,2-2,8-8,1-1,-19 30,12-15,7-10,6-7,6-11,5-6,7-6,3-2,3-4,53-29,17-34,-5 5,5-7,2-11,-1-4,-20 20,0-1,0 1,22-23,-2 2,-3 4,-2 3,-8 8,-1 1,-3 5,-1 2,-3 2,0 2,3-2,1 1,4-1,2 1,2-3,2 0,4 0,-1 1,-2 1,-1 2,-4 3,-3 3,-8 6,-4 4,18-10,-21 17,-14 10,-5 5,-6 4,-46 33,-23 13,3-5,-6 3,0 0,-2 2,-3 2,0 1,1 0,1-1,3-1,1 1,2-2,2 0,5-3,1-1,3-2,1-1,4-4,1 1,1-1,1 1,1 0,0 0,-32 33,6-6,12-9,8-6,7 2,4 1,5-2,7-10,8-12,10-10,11-7,12-5,9-4,5-2,3-6,3-9,3-11,-1-10,0-2,-2-2,-6 6,3-2,2-6,4-2,8-7,-2 0,-2 1,-3-3,-3 2,0-1,3 0,0 0,-2 3,-2 4,-8 8,-3 7,-5 5,-6 7,-1 2,-3 1,1 0,4-5,5-3,7-6,4-4,-2 1,-5 4,-6 9,-6 6,-5 3,-2 2,-2-2,0-2,2-2,2-5,5-3,7-1,3-3,1 4,-4 5,-4 3,-4 7,-5 0,-62 17,-5 13,2-5,-3 4,9 2,1 2,-37 27,13-4,4 3,5-1,6-1,3 3,10-4,6-5,4-2,3-4,1 1,4 0,1-3,4-2,2-3,1-2,1-3,2-1,0-1,4-3,1-3,2-5,-3 5,1-8,-3 7,-1-2,5-7,-6 10,8-8,-1 11,4-8,1 4,7-2,-1-3,2 7,-4-5,-4 2,6 0,9-7,-2 1,4-2,-50 10,10-7,-30 4,26-13,6-2,4 0,-5 0,-5 0,-11 0,-6 0,-1 0,-3 3,1 0,1 2,1-1,3-1,0-1,-3 0,-3 3,-3 3,0 2,3 0,-1-2,-3 0,-7 1,-9 0,-9 9,2 9,2 7,12 0,12-11,6-13,5-7,0-3,1 0,3 0,8 1,5 9,-4 10,-6 8,-13 4,-4-6,3-9,5-6,12-5,7-4,6 0,2-2,-5 1,-3-1,-5 0,1 0,0 0,2 0,2-2,1-3,3-2,-1-2,0 0,3 1,2 2,-2 2,5-9,2-8,18-18,19-11,19-7,13 1,2 5,2 2,3 0,3-6,1-3,-1-1,-6 0,-5 3,-3 2,-5 2,-4 1,-2 0,-5 1,-1 2,1-3,6-7,5-8,8-5,0-1,-6 5,-6 9,-9 8,-2 8,-2 0,-1 0,3-1,1 2,-1 3,-1 2,-2 3,-1-1,0 0,-1-1,0 1,-5 5,-2 5,-2 3,-3 5,0 2,-3 4,1 3,-3 1,0 1,0 0,1-2,1 0,1-1,-1 0,2 0,1-1,0-2,3 0,-4-2,-4 0,-2-8,3-11,8-5,7-6,12-1,-1 0,-2 2,-3 6,-9 8,-2 5,-3 2,0 0,-3 1,0 1,-1 1,-2 4,-2 2,0-1,0 1,2 0,-2 2,-2 1,2 0,-1 1,-1 2,5 1,-62 41,21-10,-49 31,33-23,3-3,2-2,3-1,0 1,5 0,1 0,1 0,2-1,-1-3,2-2,1-1,0-2,5-2,1-4,3-3,-3 2,5-2,-3 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6:16.3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110 951,'55'-28,"-1"0,1-3,-1-2,-5-2,0-2,8-4,1-2,6-2,1-1,2 2,3 0,1 3,0 1,-2 5,-2 2,-1 3,-2 3,-4 4,-2 2,-7 4,-1 1,36-9,-10 5,-5 2,-4 2,-1 2,-6-1,1-2,-1 0,5-2,5 3,2 3,-2 4,-5 2,-9 3,-8 2,-10 1,-10 1,-7 0,-12 1,-68 25,-34 6,16-5,-6 2,-3 0,0 0,3-1,0 1,6 1,2 1,6 0,2 2,6 0,3 3,0 5,2 4,-1 4,2 3,-2 7,0 3,-3 6,1 1,4 0,1-1,2-4,3-1,6-10,4-2,-17 24,21-25,20-19,10-11,5-3,3-4,38-6,22-22,-7-6,7-6,11-13,3-6,-16 8,2-3,2 0,7-4,3 0,1 1,4-1,1 1,1 2,-2 4,0 1,0 3,-5 3,0 3,-1 2,-7 4,-1 2,-1 2,23-3,-2 3,-10 5,-3 3,-13 2,-4 3,23-2,-31 4,-31 5,-46 22,-26 9,-5 5,-10 4,-3 2,-9 4,0 1,18-11,-1 0,0 1,0 0,-2 3,-1-1,1 1,0 0,1-1,1 0,1 1,1-2,-15 12,2-1,3 0,8-4,2 0,2-1,7-3,3-1,1 1,-14 17,5 0,8-6,5-1,8-7,5-1,-16 23,20-21,15-18,15-15,56-43,-18 2,3-6,27-21,7-8,-20 14,2-3,1 0,8-6,2 0,3-1,-13 12,2 0,2 1,0 0,4 0,1 0,1 2,0 1,-1 3,0 1,-1 2,0 2,16-6,-1 3,-2 3,-11 6,-1 4,-3 3,14-1,-6 4,-18 7,-5 3,14 1,-43 8,-60 15,-27 6,12-3,-6 1,-10 4,-9 2,3 0,12-2,1-1,0 2,-4 3,-1 1,-2 2,-5 3,-2 3,-1 2,11-4,-1 3,-1 1,-1 1,-6 4,-1 1,0 2,-2 3,11-5,-2 3,0 0,1 2,2 0,-12 10,2 1,1 1,3 0,9-6,1 1,3-1,3-1,-7 10,4-2,7-3,5-1,9-4,-9 21,69-54,74-53,-18-3,9-6,-15 7,4-2,2 1,6-3,3 1,2 2,-18 9,1 1,1 2,1 1,4 0,1 2,1 1,-1 0,-2 2,-1 2,1 0,-2 0,19-1,-2 0,-3 1,-15 3,-3 0,-6 1,4-1,-9-2,21-13,-26-13,11-16,-15 18,5-2,11-6,4-1,-1 2,0-1,-2 2,-3 0,-10 6,-5 1,28-23,-20 7,-17 10,-13 9,-13 9,-18 9,-44 8,1 11,-9 6,-20 10,-6 7,17-2,-2 4,0 2,-4 7,0 4,1 2,-3 5,0 2,1 2,0 2,1 1,2 0,4-3,1 0,2-1,7-4,1-2,3-2,-10 8,5-5,-19 14,35-28,53-45,62-48,-11 11,7-4,-13 10,4-2,0 1,4-3,1 0,-1 2,-3 2,-1 2,-1 1,22-17,-2 3,-8 7,-4 2,-11 10,-4 2,-8 6,-4 3,18-6,-28 15,-37 14,-67 29,2 1,-11 4,9-4,-7 2,-1 1,-11 3,-3 1,0-1,22-10,0 0,-1-2,2 0,-20 3,1-1,1-2,9-4,1-1,1-2,6-2,2-2,1-2,-23 2,5-3,10-2,5-2,12-3,4 0,-21-2,28-2,19-12,16-20,8-28,22-26,2 37,6 1,8-3,6 3,5 1,3 2,-3 6,1 2,29-26,-21 18,-21 15,-21 12,-25 8,-36 7,-40 25,26 3,-4 8,-6 9,1 7,-4 10,3 4,3-1,4 2,11-7,5 0,9-9,4-2,-13 18,24-22,14-18,6-8,2 0,-1-1,-8 9,-3 8,-3 3,3 1,8-8,8-12,5-4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6:21.9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2955 246,'-86'0,"33"6,-2 3,-10 5,-2 5,-7 8,-1 6,-2 8,0 2,4 0,-1 2,15-12,-2 2,1-2,-28 14,1-3,4-4,2-1,5-5,3-2,18-10,1-2,-1 1,-1 0,-1-1,0 0,-2 1,1 1,2 1,1 0,6 1,3 1,-36 31,10 6,3 7,1 4,6-3,13-11,16-17,13-16,10-13,6-5,-1 19,-7 3,-15 30,-19 6,-15 11,28-37,-1 0,-28 31,13-17,15-16,16-19,15-20,34-31,3-1,7-4,14-11,5-1,8-5,4-1,-16 13,3-1,0 1,5-3,2 0,0-1,6-3,2-1,1 0,5-3,2-1,0 0,-2 2,0 0,1 0,-16 10,0 0,2-1,0 1,4-3,2 0,0 1,0-1,-1 2,1 0,-1 0,0 2,-3 3,-1 0,0 2,-2 2,13-4,-2 3,-4 4,14-1,-5 7,-17 8,-5 6,23 4,-29 9,-11 4,-9 5,-7 3,-5 0,-4-4,-3-2,0 0,0-1,-16-41,-8-8,-17-38,-9 14,-26 18,-25 22,36 20,-3 3,0 2,1 1,-32 0,11 5,1 14,-4 18,-5 16,41-22,0 0,0 1,0 1,-1-1,-1 1,-2 0,-1-1,-1 2,-2-2,-2-1,0-1,0 0,0-1,-1-1,-1 1,-2 1,-2 1,0 3,0 0,-4 4,0 0,0 0,0 0,3-1,-1 1,0-2,1-1,2 0,1-1,-1 1,1 1,1-2,1 1,4-3,2-1,-34 23,23-13,18-9,15-11,9-7,3-3,-5 4,-15 16,-19 18,-13 14,-5 0,10-13,20-16,17-14,16-10,51 1,19-4,-4-1,7-1,9-2,4-3,-16-5,3-2,3-3,9-6,3-3,1-4,9-5,2-4,0-3,-20 6,0-3,0 0,-1 0,-2 1,0-1,-1 1,-1 0,15-7,-1 0,-2 2,-8 4,-1 2,-2 1,25-7,-3 2,-6 2,-2 3,-4 2,-2 2,-5 0,-2 1,-5 3,0 0,-6 3,-2 1,-8 2,-3 3,21-3,-36 7,-112 25,31-1,-6 2,-6 1,-7 1,1 3,-25 16,1 3,30-12,-1 0,0 3,-1 0,1 3,0 0,0 1,1 1,0 1,1 0,0 1,1 1,1-2,1 2,1-2,-25 19,2-2,2-1,1-2,3-2,2-2,2-2,2-2,5-3,2-3,7-4,2-2,6-5,2-1,-31 20,4-4,-2 1,-3-1,1-3,7-5,12-11,15-10,15-8,8-5,7-1,-14 0,-8 0,-19 0,-1 5,4 2,12 2,15-4,75-43,22-9,-6 8,7-3,3 3,1 2,1 2,2 1,4 2,2 2,3-1,1 2,-1 1,2 1,-27 8,2-1,-1 1,-3 1,0 0,-1 0,0 0,-1 0,0 0,28-7,-2 1,-9 2,-3 0,-6 2,-4 1,-11 3,-5 1,24-8,-28 8,-23 6,-61 48,-15 11,1-3,-5 3,3-2,-1-1,-1 2,0 0,-5 2,0 1,1-3,1 0,1 0,-1-1,2-4,0-2,9-7,0-2,2-3,1-1,-32 18,7-4,0-1,-1 4,6 1,8-4,15-6,18-18,11-11,64-29,-2-8,0 4,3 0,31-16,-3 5,5 10,3 8,-3 9,-1 5,-15 4,-7 0,-7 0,-10 0,-9 0,-8 0,-7 0,-7 1,-7 13,-6 17,-13 20,-13 20,-9 3,-3-6,7-15,12-18,8-13,4-7,6-1,28-5,4 0,27-6,-6-3,-7-2,-5-5,-12-5,-8-1,-8 0,-7-2,-2 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6:23.2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2217,'11'-58,"18"-8,20-8,-18 32,1-1,2-5,0-1,1-4,-2-1,1-3,-1-3,2-5,-1-2,-1-3,0-1,0-1,-1 1,-2 3,-1 1,-4 6,-1 2,-4 6,-1 2,13-40,-4 9,-2 1,1-1,1 1,0 6,-2 14,-3 10,-3 7,2 2,0 1,0 3,-3 10,-7 8,-3 7,-4 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6:49.565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752 698,'49'-43,"1"-1,1 3,1 1,-2 3,2 2,1-2,1 1,-2 3,0 1,-3 3,0 1,2 1,1 2,0 2,2 1,1-1,1 0,3 1,-2 1,-6 5,-2 0,33-8,-22 9,-28 9,-25 6,-73 21,-12 3,8-3,-5 3,2 0,0 1,-4 2,-1 1,-5 2,1 1,3 1,2-1,5-1,1 0,4 0,2 2,5 0,1 0,3 2,2 0,2 1,0 1,6-2,1 0,-33 27,15-9,15-8,13-6,13-5,9-2,8-5,3-4,3-2,8-2,20-4,33-5,26-8,-31-8,4-6,8-6,2-6,5-8,1-4,6-7,-1-3,-2 3,-1 1,-1 1,-1 2,0 4,0 1,-3 4,1 1,-4 3,0 3,-7 2,-1 3,-8 4,-1 2,41-3,-13 7,-14 6,-13 3,-15 0,-18 3,-46 24,-19 6,-1-3,-5 2,-4 0,-4-1,-10 5,-3 0,-7 1,-2 0,-5 0,-2 0,0-1,1-1,5-3,1 0,5-3,3 0,8-3,2 0,2 2,1 0,2 1,0 1,2 1,1 0,1 1,3 0,4-5,3-1,-28 21,15-9,12-5,9-3,7-4,10-4,9-5,6-6,33-3,22-5,44-11,-41-2,1-3,4-5,2-3,5-8,2-2,1-1,0-1,2-1,1-1,3-1,-1 1,-2 1,-1-2,0-2,0-2,-2 1,-1 0,-5 0,-1 1,-3 1,0 2,-2 2,-1 1,-3 2,0 1,-4 1,-1 2,38-22,-16 10,-16 9,-14 8,-7 4,-1 2,4 0,4-2,0 0,-5 0,-8 5,-9 5,-12 5,-98 45,42-19,-4 2,-8 3,-7 5,2 0,-21 14,1 3,20-10,-1 3,0 2,1 1,1 2,1 1,0 1,1 1,3 0,4-3,3 0,2-2,-11 12,2-2,5-5,2-1,7-7,1-2,4-4,3-2,-18 20,18-14,13-8,5-1,7-1,2-2,3-5,5-9,33-12,27-23,-9 0,3-4,6-7,1-2,3-4,0 0,1 0,0 2,2 0,1 2,0 3,2 1,-1 2,0 2,-4 4,-1 3,-5 4,-2 2,36-3,-20 9,-21 3,-16 2,-17 2,-49 21,-34 12,4-3,-8 4,-10 3,-5 3,22-10,-2 2,1 0,0 0,1 0,0 1,2 1,0 0,1 1,1 2,2 0,1 1,-20 18,5 2,3-2,6 0,11-7,5-1,-15 24,21-20,19-19,19-16,32-9,39-10,-12-9,7-5,16-9,3-4,4-6,-1-4,-2 0,-1-2,3-2,1 1,3-1,1 0,-29 15,0 0,-1 0,26-10,-3 2,-22 10,-6 3,17-3,-29 13,-24 13,-21 17,-30 24,2-6,-7 3,-14 14,-6 4,10-10,-3 3,-1 1,-8 8,-2 2,0 0,-2 2,1 0,1 0,1 0,2-1,2-2,6-7,3-2,2-2,-10 12,6-3,8-10,4-4,-8 15,23-25,23-22,67-60,-25 9,4-7,6-7,7-8,1-3,-11 10,1-3,1-2,1-1,6-6,1-3,0 1,0 0,-1 2,1 0,0 1,-2 2,12-12,-1 3,-4 4,-13 14,-2 4,-3 4,6-3,-5 6,19-13,-27 24,-13 8,-9 3,-7-5,-5-8,-5-9,-2-12,0-7,0 3,-5 10,-11 17,-16 15,-21 11,-16 6,-9 8,-2 10,7 10,11 4,15-4,14-2,10-2,6 0,4 7,3 7,4 9,3 13,3 13,-3 17,2-39,-1 2,-1 4,0 0,-2-1,1-1,1-4,-1-3,-1 28,9-30,21-27,31-31,35-29,-36 12,2-3,3-3,-1-1,-5 4,-3 1,36-17,-15 12,-15 13,-8 9,-9 4,-6 6,-5 3,-8 0,-7 2,-26 33,-24 15,6-7,-4 5,-8 1,-2 1,-4 5,-2 0,0 0,-1-1,-1-1,-1-1,1-3,0-3,2-2,-1-2,1-2,0-2,3-2,-1-2,2 1,0-1,4-1,0-2,-26 22,19-10,23-18,16-11,59-31,17-16,-1-1,5-5,-5-2,0-1,2-2,-1 1,-5 2,-3 2,-11 6,-1 3,36-24,-16 12,-8 3,-1-2,-2-1,4-7,0 3,-3 3,0 6,-8 9,-2 1,-7 5,-4 0,-2-1,-5 4,-3 3,-7 2,-4 4,-3 1,1-7,-4 6,2-7,0 3,-2 0,4-3,-4 2,0 4,-61 6,-10 24,3-3,-5 5,4 9,1 6,-14 12,-1 5,-1 3,1 2,2 1,2 0,4-3,3-3,13-11,0-2,-1 0,0-1,-1-1,-1-1,-2 0,-2 0,-7 2,-3 0,0-1,0 0,4-3,0-2,-2-1,-1 0,5-4,-1 0,-1-1,-1 0,-1 0,2-2,10-3,2-1,-39 16,12-2,10 2,7 1,10-1,8-3,8-2,8-6,7-1,6 2,3 16,-1 21,-2 21,6-36,0 1,-5 43,9-18,2 6,0 6,0 2,-3 1,-4 0,-7 2,-8-5,-5-26,-5-5,-6 4,-2-2,0 0,2-1,4-5,2-3,-21 33,15-21,15-17,9-14,9-9,5-10,32-54,31-33,-7 4,7-6,-14 21,2-1,1 1,2-2,1 0,-2 0,-1 3,-2 0,0 3,14-15,-1 4,-11 11,-2 4,-7 10,-3 4,24-15,-13 13,-8 10,-11 9,-12 9,-91 60,26-14,-5 5,-2-2,-6 4,1 0,6-3,1 1,1-1,-20 12,3-3,9-9,3-3,4-5,2-2,6-4,1-2,-31 20,17-11,16-8,20-19,44-44,22-20,-1 4,6-3,7-8,7-5,1 2,-1 7,2 3,2 1,5-2,2 1,1 1,4 1,2 1,2 2,-19 12,2 1,0 1,0-1,2 1,1 0,-1 0,1 1,19-10,1 1,-1 1,-3 2,-1 1,-1 3,-8 5,-2 2,-1 2,-7 4,-2 2,0 2,25-9,-3 3,-15 5,-3 3,-12 3,-2 1,41-15,-7-3,-34 12,2-2,4-2,1 0,-6 3,-1 3,38-7,-24 13,-10 9,-6 2,-6-3,-7-2,-12 0,-16 1,-75 4,13 1,-8 2,-3 2,-7 3,-2 2,-7 3,-3 3,0 3,-8 4,-1 3,0 3,-2 3,1 4,1 1,3 0,3 1,1 1,7-2,2 1,3 1,10-4,2 1,3 0,-13 10,7-1,13-6,5-2,-10 17,34-19,45-16,50-22,-16-7,6-5,15-7,2-4,6-6,0-2,0 0,-1 0,-3 0,0 0,-1 2,0 1,0 1,2 2,3 2,3 4,2 3,0 5,-3 4,0 4,0 4,1 3,-4 1,-1 1,-7 2,-2 2,-7 3,-5 3,31 17,-31 7,-23 0,-16-4,-12 2,-34 12,-50 18,9-22,-9 0,11-10,-4-1,-1 0,-3 0,-1-1,1 0,1-2,0-1,1 0,-22 9,3-2,12-2,3 0,8-1,4 2,9-2,2 2,5 1,1 3,0 1,-1 3,-3 3,-2 1,-3 2,-1-2,-1-1,0-2,6-4,2-4,-25 16,21-17,23-20,24-40,39-61,1 14,7-8,-10 20,2-2,2-1,1 1,1 0,-1 2,13-18,-3 6,-12 20,-4 6,16-17,-28 36,-28 24,-42 25,-9 9,-9 6,-20 11,-4 4,24-12,-1 0,0 1,3-1,-1 0,3-1,-15 10,4-3,7-4,2-1,2-3,2 0,4-4,3-2,4-4,2-1,-28 13,24-10,19-11,17-9,61-35,-6 6,7-4,32-15,10-3,-14 10,4-1,2 2,2 0,1 2,-1 2,-6 4,-2 3,-3 2,17-2,-9 6,3 9,-38 15,-25 25,-33 38,-10-15,-10 5,-16 16,-9 2,13-22,-3 0,-2 0,0 1,-2-1,0-2,-18 20,1-3,6-6,2-3,7-8,4-3,11-10,3-2,-15 19,31-33,16-16,42-12,20-8,-5-2,5-4,8-8,2-5,14-12,3-6,-28 14,0-3,0 1,24-18,-2 1,-11 6,-4 1,-13 10,-3 2,28-22,-18 15,-11 10,-10 9,-7 10,-14 8,-55 74,2-20,-8 4,-2 3,-4 5,-2-1,-2-2,-1 0,-1-1,-1 0,0-1,1-2,-18 13,4-5,7-8,3-6,12-13,4-5,-24 10,19-15,15-9,11-5,9-5,2-4,-6 1,39-34,23-17,8 0,7-4,5-2,2-1,3 0,1 0,-1 5,-1 2,-7 8,-1 3,-4 6,-2 2,-6 5,0 2,36-17,-2-1,7-5,-41 20,0-1,3 0,0-1,1 1,0-1,-5 2,-2 0,34-20,-17 4,-9 4,-6 1,7-5,7-5,6-5,-1 2,-11 9,-11 7,-13 8,-6 3,0 1,-1-1,1 2,3-2,8-1,10-8,11-7,0 0,-6 4,-11 9,-11 9,-8 3,-2 2,-2 0,-2 1,-2 1,-2-5,-2-7,0-6,-1-2,-1 5,-1 5,0 5,2-1,0-3,-1-2,0-1,-1 1,-1 1,-1-1,0-6,-1-3,-1-3,1 0,-3 5,0 2,0 4,0 4,-3 3,-15 4,-24 5,-25 3,-17 1,0 0,8 0,9 0,0 0,-10 0,-21 15,37 4,-2 7,-10 10,-1 8,-8 11,0 4,27-18,1 1,0-1,-26 19,2-1,6-5,1-4,6-6,0-3,3-3,0-1,3-4,-1-1,-1-1,0-2,0-2,0-1,2-4,1-2,6-3,1-2,-37 10,12-3,0 3,-5 4,-10 7,43-15,1 1,-2 1,3 2,-32 18,5 1,-5 3,-4-1,-1 0,23-13,25-19,-2-12,-28 7,16 1,-4 6,-30 17,-6 9,27-11,-1 2,1 2,2-1,1 2,1-1,-21 15,5-3,23-14,3-3,-34 22,15-12,17-12,19-8,14-12,42-40,20-19,-11 13,4-3,6-7,5-5,0 2,12-11,-1 2,1 2,0 1,0 0,1 0,-1 2,0 1,1 3,-1 1,-1 2,0 2,-2 3,1 1,-5 5,0 3,-6 5,-5 3,8-4,-19 14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6:50.881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1 276,'51'-61,"-1"4,14 11,-9 7,-5 10,-11 7,-12 9,-5 7,-5 4,0 2,1 0,-1 0,-3 0,-1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7:05.048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1088,'46'-40,"1"0,0-1,2 0,4-3,2-2,0 1,1 1,1 0,0 1,3 0,1 0,-4 3,2 2,4-1,2 0,-1 1,0 0,-3 2,0 1,-1 2,-2 0,-8 4,-1 1,-4 4,0 2,36-14,-8 7,-13 11,-16 6,-12 5,-15 10,-56 42,-25 14,2-5,-6 4,3-2,-2 1,16-13,0 2,-1 1,2 0,0 0,1 1,0 0,0 0,0 0,1 1,0 0,2 0,-15 16,3 0,5-4,1-1,7-5,3-2,3-6,3 0,5-6,1-2,-21 31,6-9,3-5,4-6,5-8,9-10,11-11,9-10,45-36,31-30,-12 6,6-5,8-9,3-2,-23 19,1-1,1 0,0-1,2 0,-1 1,-2 2,0 1,1 1,-2 2,0 1,1 1,28-16,-1 2,-4 5,-1 1,1 3,-2 1,-4 2,-2 3,-6 3,-3 3,-4 4,-2 2,31-13,-27 15,-23 12,-20 11,-72 58,-14 12,4-7,-6 4,7-5,1 0,-3 2,0 0,-3 0,-1-1,3-2,0-2,3-1,1-1,3-3,3 0,9-7,3-2,5-3,3 0,-24 28,13-10,10-7,1-6,3 1,0 1,0 4,1-2,3-7,8-10,6-9,11-7,87-59,-40 13,3-5,9-5,5-7,0-1,-3-2,-2-2,1-1,4-3,1-2,0 0,2-3,0 0,0 1,-2 3,0 1,-1 2,-4 3,-1 1,0 3,19-16,0 5,-7 7,1 4,-4 3,0 3,-3 6,-1 1,-2 1,0 1,-3 2,-1 2,-5 2,-1 1,30-14,-21 11,-16 8,-6 4,1 1,0-1,0 2,-6 2,-15 5,-45 29,-20 12,-21 14,-2 2,-6 5,14-6,1 0,-5 4,-1 0,-4 3,0 0,7-6,3 0,11-8,3-2,8-4,3-1,4 0,2 1,-30 34,4 1,2-2,3-4,3 0,1 0,3-1,5-1,6-1,-2 7,1-2,2 0,5-8,5-3,0 21,59-94,12-11,2-10,5-10,3-3,3-2,2 3,-4 7,-1 8,-1 4,-1 3,0-1,3-2,3 1,1 3,0 6,-6 6,-7 6,-6 4,-4 0,-2 0,-1-1,0-2,1 2,4-2,4-3,7-3,1-4,-4 2,-10 3,-10 5,-15 7,-63 37,-11 3,3-3,-5 2,9-5,0 0,-3 2,0 1,-1 0,1 1,0-1,1 2,0 1,0 0,5-1,0 1,1 0,2 1,1 0,2 1,3-3,3 0,3-1,3 0,-26 32,9-7,4-1,4-3,2-3,3-1,7-10,9-9,9-11,8-9,4-6,2 10,33-19,26-19,-8-8,5-7,9-11,2-5,1-2,1-1,0 1,0 0,0 1,-1 1,-6 6,0 0,-2 2,-1 2,-7 5,-2 3,-5 3,-1 2,36-20,-9 10,-7 4,-6 5,-4 4,-6-2,-3 3,2-3,8-3,11-1,4 0,-7 5,-17 7,-15 8,-13 5,-7 4,-53 43,-14 2,5-5,-4 2,3-6,-1-2,1 0,0 0,3-1,1 1,3-2,1 0,-31 25,15-8,12-11,10-6,7-3,-2-1,-1-1,-1 0,1 0,0 0,2-1,-2 2,-4 4,-5 3,-2 0,-3-1,3-2,3 0,1-1,5-5,6-2,6-5,7-3,3-3,1-1,-2 2,-1 2,-2 0,3-5,5-2,-4 0,4 0,-3 3,1-3,0 0,-5 1,1-3,-5 1,4-1,-2 1,-3-2,-3 1,0-3,2-2,6 0,70-9,-18-2,51-4,-47 2,-11 5,-12 3,-6 3,10-9,8-5,20-15,15-8,12-8,5-4,-2 3,-9 5,-6 1,-3 1,5-5,1-3,-6 4,-11 3,-14 12,-10 9,-5 1,-10 12,-2-2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7:20.76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322 2171,'58'-11,"0"-1,3-2,1-1,1-4,1-1,1-2,-1-1,-7 2,-1 0,-4-2,-1 0,-3 0,-1 0,-2 0,0 0,1 0,1 0,-1 0,1-1,0 0,0-1,0-1,-1-3,1-2,0-2,2-4,0 0,1-3,0 0,-1-1,0-1,-1 2,0-1,-1 1,-1 1,0 2,0 0,1 2,-1 2,1 1,0 0,1 0,0 0,1-1,0-1,0-2,1 0,0-1,2-1,4-4,0-2,0 1,1-1,1-3,-1 0,-1 0,-3 1,-7 7,-3 2,26-24,-25 22,-21 18,-11 8,-7 4,-3-9,-2 3,0-8,-1 6,-6-2,-12 1,-22 4,-20 6,-12 6,-5 2,2 8,1 14,-4 19,1 15,2 8,7-1,8-4,3 0,1-1,-1 0,-4 3,0 3,2 5,1 2,0-1,-2-2,-7 1,28-33,-1 1,-3 0,-1 0,-4 2,-1 0,-2 1,1-1,1 0,0-2,-1 0,0-1,5-2,1-1,-37 24,12-7,16-8,9-4,6-4,1 2,-1 1,-1 1,0 2,3-2,4-3,5-3,7-4,4-6,4-6,0-4,-3 1,-5 2,-4 4,-2 2,-5 10,-9 13,-9 15,-10 12,1-3,7-6,8-10,10-11,6-8,8-10,8-9,32-56,7-1,2-2,2-4,24-29,0-2,-5 4,-2 1,6 1,7-1,-26 36,2 1,3-1,2 0,6-3,1 1,4-1,2 0,3-3,0 2,2-1,0 1,-3 3,0 0,-1 2,0 2,-1 2,-1 2,0 2,0 0,2 2,0-1,1 2,0-1,1 2,1-1,-1 1,0 0,-3 2,0 0,-1 0,-1 0,-2 0,-1 1,-2 0,0 1,40-17,-10 6,-12 7,-5 6,-2 5,-7 5,-8 5,-15 4,-13 4,-71 72,16-29,-6 4,-4 5,-5 7,-1-1,0-2,0 1,1-1,1 0,2 0,0-1,4-3,1 0,1-2,-17 21,2-2,6-7,0-2,1-3,2-2,3-4,1-2,4-7,2-2,-26 28,18-21,21-21,13-14,80-79,-26 27,4-5,6-6,7-5,0 0,-3 5,0 1,0 0,-1 2,0 1,0 2,24-17,-1 4,-6 7,-1 4,-7 7,-1 3,-6 4,-3 3,29-10,-21 14,-14 10,-9 7,-7 3,-7 2,-8 1,-48 19,-16 9,0-2,-7 4,-6 4,-3 2,-8 6,-2 1,-11 4,-2 1,27-14,-1 0,0 0,-3 0,-1 1,-1-1,-1 0,-2 1,2-1,4-2,0-1,2 0,-26 13,4-1,9-4,5 0,11-5,5-1,7-1,3-1,-22 22,20-4,10-4,9-2,6-5,7-9,8-8,8-9,21-6,37-22,-10-5,6-7,17-11,5-7,-17 9,2-3,0-2,6-3,1-1,1 0,6-4,2 1,2-1,4-1,2 0,1 0,-20 14,0-1,0 2,0 0,18-7,0 1,-2 2,-6 4,-1 1,-2 2,-10 5,-1 0,-2 3,19-8,-4 2,-7 4,-3 1,-7 4,-3 0,-3 3,-1-1,-2-1,-1 1,0-1,-2 1,25-10,-40 9,-67 35,-25 11,9-6,-6 3,-5 3,-6 4,3 0,-7 3,3 0,4 2,3 1,7 1,4 3,6 1,4 4,0 6,3 3,-1 4,1 4,-8 12,-1 2,-5 7,-1 2,17-26,-1-1,-1 1,0-1,-1 0,0-1,-13 20,1-2,5-8,2-1,7-9,2 0,6-4,2 0,2-1,1-1,1 0,1 0,-20 39,8-22,10-21,9-19,8-16,34-45,19-13,-9 7,3-2,7 0,2 1,2-2,1 1,3-3,1 0,7-4,2-1,3-3,2 1,2-3,2 0,5-3,1 0,-25 20,0 1,1-1,3-2,2 0,0 0,3-2,0 0,1 0,1-2,1-1,-1 0,-4 2,0 1,-2 0,-3 3,0 1,-2 0,19-11,-4 2,-14 11,-5 3,27-16,-34 23,-22 13,-10 7,-51 2,-24 6,6 8,-7 6,-8 11,-3 6,-3 9,0 4,-3 6,1 1,4-2,3-2,8-5,2-1,2-1,2 0,6-3,0 0,-2 3,-2 3,-6 4,-3 2,-8 5,-1 0,-4 2,0-1,2-3,1-3,5-4,1-2,7-3,1-1,0 4,2 2,5 0,1 1,0 2,2 1,2-3,2-1,6-8,1-2,-22 18,28-21,16-1,4 14,4-6,-1-13,35-91,17-24,-5 14,5-2,-3 13,2 2,2-3,2 1,5-3,2 0,5-4,1 1,4-1,1 1,2 2,1 1,-3 5,-1 2,-3 6,-1 2,-3 6,-3 3,-7 9,-1 3,28-9,-8 16,-6 11,-4 4,3 2,9-2,10-3,6-2,-8 0,-13 1,-16-1,-5-4,9-15,11-16,11-14,-1-2,-16 11,-14 17,-20 16,-17 11,-37 7,8 1,-33-5,-2 0,11 2,-6 1,-21-2,-7 3,18 5,-3 1,-2 5,-7 4,-2 4,0 4,-2 6,-1 4,2 5,-1 4,0 4,3 1,2 0,2 0,1-1,9-4,1-1,2-1,-20 10,4-5,15-9,3-5,12-7,2-3,-25 4,15-14,10-6,-3-4,-2 0,-5 0,-2 0,1 0,-2 0,3 0,6 2,1 1,3-1,-1 0,-5-1,-6-1,-12 2,-10 5,-7 4,8 6,14 0,17-1,14-2,3-4,-1 1,-6-2,-2 1,-3-1,3 1,7-3,8-2,15-3,6-1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7:23.89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0 895,'98'-20,"-6"2,-27-1,-3 4,0 1,-4 2,8 1,-4 2,-5 4,-7 3,-11 2,0 0,-3 0,-1 0,-5 0,-3 1,-2 4,-5 4,0 5,-3 5,1 1,0 3,0 2,4 2,6 0,3 2,4-1,1 1,0 0,1-1,-4 1,0-2,-1-1,2-2,2-2,-1-2,1-7,-3-4,1-6,-1-3,-2 0,-2 0,-6 0,-6-2,-8-9,-4-6,-4-16,-1-4,-4-5,-7 1,-11 8,-16 4,-16 7,-13 8,-4 5,3 5,9 3,10 1,7 0,4 0,2-2,0-3,0-4,0-8,0-3,0-4,0-2,-3-1,0 0,-2 0,-3 2,2 1,0 1,0 0,1 2,0-1,4 0,8 1,9-2,9 0,6-5,5-8,15-8,15-5,10-1,4 5,-8 7,-8 7,-6 4,-2 4,-4 2,-3-1,-3 4,-3 2,-2 5,4-12,-4 7,1-9,-6 10,-2 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7:30.6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2955 246,'-86'0,"33"6,-2 3,-10 5,-2 5,-7 8,-1 6,-2 8,0 2,4 0,-1 2,15-12,-2 2,1-2,-28 14,1-3,4-4,2-1,5-5,3-2,18-10,1-2,-1 1,-1 0,-1-1,0 0,-2 1,1 1,2 1,1 0,6 1,3 1,-36 31,10 6,3 7,1 4,6-3,13-11,16-17,13-16,10-13,6-5,-1 19,-7 3,-15 30,-19 6,-15 11,28-37,-1 0,-28 31,13-17,15-16,16-19,15-20,34-31,3-1,7-4,14-11,5-1,8-5,4-1,-16 13,3-1,0 1,5-3,2 0,0-1,6-3,2-1,1 0,5-3,2-1,0 0,-2 2,0 0,1 0,-16 10,0 0,2-1,0 1,4-3,2 0,0 1,0-1,-1 2,1 0,-1 0,0 2,-3 3,-1 0,0 2,-2 2,13-4,-2 3,-4 4,14-1,-5 7,-17 8,-5 6,23 4,-29 9,-11 4,-9 5,-7 3,-5 0,-4-4,-3-2,0 0,0-1,-16-41,-8-8,-17-38,-9 14,-26 18,-25 22,36 20,-3 3,0 2,1 1,-32 0,11 5,1 14,-4 18,-5 16,41-22,0 0,0 1,0 1,-1-1,-1 1,-2 0,-1-1,-1 2,-2-2,-2-1,0-1,0 0,0-1,-1-1,-1 1,-2 1,-2 1,0 3,0 0,-4 4,0 0,0 0,0 0,3-1,-1 1,0-2,1-1,2 0,1-1,-1 1,1 1,1-2,1 1,4-3,2-1,-34 23,23-13,18-9,15-11,9-7,3-3,-5 4,-15 16,-19 18,-13 14,-5 0,10-13,20-16,17-14,16-10,51 1,19-4,-4-1,7-1,9-2,4-3,-16-5,3-2,3-3,9-6,3-3,1-4,9-5,2-4,0-3,-20 6,0-3,0 0,-1 0,-2 1,0-1,-1 1,-1 0,15-7,-1 0,-2 2,-8 4,-1 2,-2 1,25-7,-3 2,-6 2,-2 3,-4 2,-2 2,-5 0,-2 1,-5 3,0 0,-6 3,-2 1,-8 2,-3 3,21-3,-36 7,-112 25,31-1,-6 2,-6 1,-7 1,1 3,-25 16,1 3,30-12,-1 0,0 3,-1 0,1 3,0 0,0 1,1 1,0 1,1 0,0 1,1 1,1-2,1 2,1-2,-25 19,2-2,2-1,1-2,3-2,2-2,2-2,2-2,5-3,2-3,7-4,2-2,6-5,2-1,-31 20,4-4,-2 1,-3-1,1-3,7-5,12-11,15-10,15-8,8-5,7-1,-14 0,-8 0,-19 0,-1 5,4 2,12 2,15-4,75-43,22-9,-6 8,7-3,3 3,1 2,1 2,2 1,4 2,2 2,3-1,1 2,-1 1,2 1,-27 8,2-1,-1 1,-3 1,0 0,-1 0,0 0,-1 0,0 0,28-7,-2 1,-9 2,-3 0,-6 2,-4 1,-11 3,-5 1,24-8,-28 8,-23 6,-61 48,-15 11,1-3,-5 3,3-2,-1-1,-1 2,0 0,-5 2,0 1,1-3,1 0,1 0,-1-1,2-4,0-2,9-7,0-2,2-3,1-1,-32 18,7-4,0-1,-1 4,6 1,8-4,15-6,18-18,11-11,64-29,-2-8,0 4,3 0,31-16,-3 5,5 10,3 8,-3 9,-1 5,-15 4,-7 0,-7 0,-10 0,-9 0,-8 0,-7 0,-7 1,-7 13,-6 17,-13 20,-13 20,-9 3,-3-6,7-15,12-18,8-13,4-7,6-1,28-5,4 0,27-6,-6-3,-7-2,-5-5,-12-5,-8-1,-8 0,-7-2,-2 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7:37.1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110 951,'55'-28,"-1"0,1-3,-1-2,-5-2,0-2,8-4,1-2,6-2,1-1,2 2,3 0,1 3,0 1,-2 5,-2 2,-1 3,-2 3,-4 4,-2 2,-7 4,-1 1,36-9,-10 5,-5 2,-4 2,-1 2,-6-1,1-2,-1 0,5-2,5 3,2 3,-2 4,-5 2,-9 3,-8 2,-10 1,-10 1,-7 0,-12 1,-68 25,-34 6,16-5,-6 2,-3 0,0 0,3-1,0 1,6 1,2 1,6 0,2 2,6 0,3 3,0 5,2 4,-1 4,2 3,-2 7,0 3,-3 6,1 1,4 0,1-1,2-4,3-1,6-10,4-2,-17 24,21-25,20-19,10-11,5-3,3-4,38-6,22-22,-7-6,7-6,11-13,3-6,-16 8,2-3,2 0,7-4,3 0,1 1,4-1,1 1,1 2,-2 4,0 1,0 3,-5 3,0 3,-1 2,-7 4,-1 2,-1 2,23-3,-2 3,-10 5,-3 3,-13 2,-4 3,23-2,-31 4,-31 5,-46 22,-26 9,-5 5,-10 4,-3 2,-9 4,0 1,18-11,-1 0,0 1,0 0,-2 3,-1-1,1 1,0 0,1-1,1 0,1 1,1-2,-15 12,2-1,3 0,8-4,2 0,2-1,7-3,3-1,1 1,-14 17,5 0,8-6,5-1,8-7,5-1,-16 23,20-21,15-18,15-15,56-43,-18 2,3-6,27-21,7-8,-20 14,2-3,1 0,8-6,2 0,3-1,-13 12,2 0,2 1,0 0,4 0,1 0,1 2,0 1,-1 3,0 1,-1 2,0 2,16-6,-1 3,-2 3,-11 6,-1 4,-3 3,14-1,-6 4,-18 7,-5 3,14 1,-43 8,-60 15,-27 6,12-3,-6 1,-10 4,-9 2,3 0,12-2,1-1,0 2,-4 3,-1 1,-2 2,-5 3,-2 3,-1 2,11-4,-1 3,-1 1,-1 1,-6 4,-1 1,0 2,-2 3,11-5,-2 3,0 0,1 2,2 0,-12 10,2 1,1 1,3 0,9-6,1 1,3-1,3-1,-7 10,4-2,7-3,5-1,9-4,-9 21,69-54,74-53,-18-3,9-6,-15 7,4-2,2 1,6-3,3 1,2 2,-18 9,1 1,1 2,1 1,4 0,1 2,1 1,-1 0,-2 2,-1 2,1 0,-2 0,19-1,-2 0,-3 1,-15 3,-3 0,-6 1,4-1,-9-2,21-13,-26-13,11-16,-15 18,5-2,11-6,4-1,-1 2,0-1,-2 2,-3 0,-10 6,-5 1,28-23,-20 7,-17 10,-13 9,-13 9,-18 9,-44 8,1 11,-9 6,-20 10,-6 7,17-2,-2 4,0 2,-4 7,0 4,1 2,-3 5,0 2,1 2,0 2,1 1,2 0,4-3,1 0,2-1,7-4,1-2,3-2,-10 8,5-5,-19 14,35-28,53-45,62-48,-11 11,7-4,-13 10,4-2,0 1,4-3,1 0,-1 2,-3 2,-1 2,-1 1,22-17,-2 3,-8 7,-4 2,-11 10,-4 2,-8 6,-4 3,18-6,-28 15,-37 14,-67 29,2 1,-11 4,9-4,-7 2,-1 1,-11 3,-3 1,0-1,22-10,0 0,-1-2,2 0,-20 3,1-1,1-2,9-4,1-1,1-2,6-2,2-2,1-2,-23 2,5-3,10-2,5-2,12-3,4 0,-21-2,28-2,19-12,16-20,8-28,22-26,2 37,6 1,8-3,6 3,5 1,3 2,-3 6,1 2,29-26,-21 18,-21 15,-21 12,-25 8,-36 7,-40 25,26 3,-4 8,-6 9,1 7,-4 10,3 4,3-1,4 2,11-7,5 0,9-9,4-2,-13 18,24-22,14-18,6-8,2 0,-1-1,-8 9,-3 8,-3 3,3 1,8-8,8-12,5-4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8:21.7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2955 246,'-86'0,"33"6,-2 3,-10 5,-2 5,-7 8,-1 6,-2 8,0 2,4 0,-1 2,15-12,-2 2,1-2,-28 14,1-3,4-4,2-1,5-5,3-2,18-10,1-2,-1 1,-1 0,-1-1,0 0,-2 1,1 1,2 1,1 0,6 1,3 1,-36 31,10 6,3 7,1 4,6-3,13-11,16-17,13-16,10-13,6-5,-1 19,-7 3,-15 30,-19 6,-15 11,28-37,-1 0,-28 31,13-17,15-16,16-19,15-20,34-31,3-1,7-4,14-11,5-1,8-5,4-1,-16 13,3-1,0 1,5-3,2 0,0-1,6-3,2-1,1 0,5-3,2-1,0 0,-2 2,0 0,1 0,-16 10,0 0,2-1,0 1,4-3,2 0,0 1,0-1,-1 2,1 0,-1 0,0 2,-3 3,-1 0,0 2,-2 2,13-4,-2 3,-4 4,14-1,-5 7,-17 8,-5 6,23 4,-29 9,-11 4,-9 5,-7 3,-5 0,-4-4,-3-2,0 0,0-1,-16-41,-8-8,-17-38,-9 14,-26 18,-25 22,36 20,-3 3,0 2,1 1,-32 0,11 5,1 14,-4 18,-5 16,41-22,0 0,0 1,0 1,-1-1,-1 1,-2 0,-1-1,-1 2,-2-2,-2-1,0-1,0 0,0-1,-1-1,-1 1,-2 1,-2 1,0 3,0 0,-4 4,0 0,0 0,0 0,3-1,-1 1,0-2,1-1,2 0,1-1,-1 1,1 1,1-2,1 1,4-3,2-1,-34 23,23-13,18-9,15-11,9-7,3-3,-5 4,-15 16,-19 18,-13 14,-5 0,10-13,20-16,17-14,16-10,51 1,19-4,-4-1,7-1,9-2,4-3,-16-5,3-2,3-3,9-6,3-3,1-4,9-5,2-4,0-3,-20 6,0-3,0 0,-1 0,-2 1,0-1,-1 1,-1 0,15-7,-1 0,-2 2,-8 4,-1 2,-2 1,25-7,-3 2,-6 2,-2 3,-4 2,-2 2,-5 0,-2 1,-5 3,0 0,-6 3,-2 1,-8 2,-3 3,21-3,-36 7,-112 25,31-1,-6 2,-6 1,-7 1,1 3,-25 16,1 3,30-12,-1 0,0 3,-1 0,1 3,0 0,0 1,1 1,0 1,1 0,0 1,1 1,1-2,1 2,1-2,-25 19,2-2,2-1,1-2,3-2,2-2,2-2,2-2,5-3,2-3,7-4,2-2,6-5,2-1,-31 20,4-4,-2 1,-3-1,1-3,7-5,12-11,15-10,15-8,8-5,7-1,-14 0,-8 0,-19 0,-1 5,4 2,12 2,15-4,75-43,22-9,-6 8,7-3,3 3,1 2,1 2,2 1,4 2,2 2,3-1,1 2,-1 1,2 1,-27 8,2-1,-1 1,-3 1,0 0,-1 0,0 0,-1 0,0 0,28-7,-2 1,-9 2,-3 0,-6 2,-4 1,-11 3,-5 1,24-8,-28 8,-23 6,-61 48,-15 11,1-3,-5 3,3-2,-1-1,-1 2,0 0,-5 2,0 1,1-3,1 0,1 0,-1-1,2-4,0-2,9-7,0-2,2-3,1-1,-32 18,7-4,0-1,-1 4,6 1,8-4,15-6,18-18,11-11,64-29,-2-8,0 4,3 0,31-16,-3 5,5 10,3 8,-3 9,-1 5,-15 4,-7 0,-7 0,-10 0,-9 0,-8 0,-7 0,-7 1,-7 13,-6 17,-13 20,-13 20,-9 3,-3-6,7-15,12-18,8-13,4-7,6-1,28-5,4 0,27-6,-6-3,-7-2,-5-5,-12-5,-8-1,-8 0,-7-2,-2 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8:21.7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110 951,'55'-28,"-1"0,1-3,-1-2,-5-2,0-2,8-4,1-2,6-2,1-1,2 2,3 0,1 3,0 1,-2 5,-2 2,-1 3,-2 3,-4 4,-2 2,-7 4,-1 1,36-9,-10 5,-5 2,-4 2,-1 2,-6-1,1-2,-1 0,5-2,5 3,2 3,-2 4,-5 2,-9 3,-8 2,-10 1,-10 1,-7 0,-12 1,-68 25,-34 6,16-5,-6 2,-3 0,0 0,3-1,0 1,6 1,2 1,6 0,2 2,6 0,3 3,0 5,2 4,-1 4,2 3,-2 7,0 3,-3 6,1 1,4 0,1-1,2-4,3-1,6-10,4-2,-17 24,21-25,20-19,10-11,5-3,3-4,38-6,22-22,-7-6,7-6,11-13,3-6,-16 8,2-3,2 0,7-4,3 0,1 1,4-1,1 1,1 2,-2 4,0 1,0 3,-5 3,0 3,-1 2,-7 4,-1 2,-1 2,23-3,-2 3,-10 5,-3 3,-13 2,-4 3,23-2,-31 4,-31 5,-46 22,-26 9,-5 5,-10 4,-3 2,-9 4,0 1,18-11,-1 0,0 1,0 0,-2 3,-1-1,1 1,0 0,1-1,1 0,1 1,1-2,-15 12,2-1,3 0,8-4,2 0,2-1,7-3,3-1,1 1,-14 17,5 0,8-6,5-1,8-7,5-1,-16 23,20-21,15-18,15-15,56-43,-18 2,3-6,27-21,7-8,-20 14,2-3,1 0,8-6,2 0,3-1,-13 12,2 0,2 1,0 0,4 0,1 0,1 2,0 1,-1 3,0 1,-1 2,0 2,16-6,-1 3,-2 3,-11 6,-1 4,-3 3,14-1,-6 4,-18 7,-5 3,14 1,-43 8,-60 15,-27 6,12-3,-6 1,-10 4,-9 2,3 0,12-2,1-1,0 2,-4 3,-1 1,-2 2,-5 3,-2 3,-1 2,11-4,-1 3,-1 1,-1 1,-6 4,-1 1,0 2,-2 3,11-5,-2 3,0 0,1 2,2 0,-12 10,2 1,1 1,3 0,9-6,1 1,3-1,3-1,-7 10,4-2,7-3,5-1,9-4,-9 21,69-54,74-53,-18-3,9-6,-15 7,4-2,2 1,6-3,3 1,2 2,-18 9,1 1,1 2,1 1,4 0,1 2,1 1,-1 0,-2 2,-1 2,1 0,-2 0,19-1,-2 0,-3 1,-15 3,-3 0,-6 1,4-1,-9-2,21-13,-26-13,11-16,-15 18,5-2,11-6,4-1,-1 2,0-1,-2 2,-3 0,-10 6,-5 1,28-23,-20 7,-17 10,-13 9,-13 9,-18 9,-44 8,1 11,-9 6,-20 10,-6 7,17-2,-2 4,0 2,-4 7,0 4,1 2,-3 5,0 2,1 2,0 2,1 1,2 0,4-3,1 0,2-1,7-4,1-2,3-2,-10 8,5-5,-19 14,35-28,53-45,62-48,-11 11,7-4,-13 10,4-2,0 1,4-3,1 0,-1 2,-3 2,-1 2,-1 1,22-17,-2 3,-8 7,-4 2,-11 10,-4 2,-8 6,-4 3,18-6,-28 15,-37 14,-67 29,2 1,-11 4,9-4,-7 2,-1 1,-11 3,-3 1,0-1,22-10,0 0,-1-2,2 0,-20 3,1-1,1-2,9-4,1-1,1-2,6-2,2-2,1-2,-23 2,5-3,10-2,5-2,12-3,4 0,-21-2,28-2,19-12,16-20,8-28,22-26,2 37,6 1,8-3,6 3,5 1,3 2,-3 6,1 2,29-26,-21 18,-21 15,-21 12,-25 8,-36 7,-40 25,26 3,-4 8,-6 9,1 7,-4 10,3 4,3-1,4 2,11-7,5 0,9-9,4-2,-13 18,24-22,14-18,6-8,2 0,-1-1,-8 9,-3 8,-3 3,3 1,8-8,8-12,5-4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8:54.5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1030 3219,'89'0,"-7"0,-15 0,-6 0,-6 0,-1-3,1 0,-2-2,5-2,6-1,4-1,6 1,-3 0,0 0,0-1,0 1,-1 2,-3-2,1-2,-1-1,1-1,-1 2,-1 3,-4-1,-4 1,-5-1,-9 1,-10 2,-8 2,-7 2,-6 1,7 0,-5 0,6 0,-5 0,-1 1,0 3,2 6,-1 4,-2 3,-2-1,-5-3,-3 7,-2-5,-2 12,-6-1,-13 3,-11 0,-7-4,4-6,10-7,7-4,3-2,-3 0,-7 2,-9 1,-8 2,-9-2,-11 1,-12-2,-11-5,-10 0,-1-3,4 0,4 0,14 0,7 0,8 2,6 1,0 2,2 2,1 0,0 1,0-2,1 1,7-3,5 1,0-1,0-2,-4 1,4-1,3-2,2 0,1 0,-2 0,-2 0,-4 0,1 0,3 0,3 0,7-3,5-4,4-6,6-4,-1-7,3-6,1-7,1-8,-1-1,-2-1,-3 4,-2 3,-2 4,0 2,4-4,3-5,5-11,2-11,3-11,14-14,-3 42,4 0,6-4,4 1,5-3,3 0,5 1,3 2,5 0,4 2,3 3,3 3,7 4,3 4,1 5,2 5,0 6,0 4,1 5,-2 5,-6 1,-1 5,-3 4,-2 5,-6 6,-3 6,-6 6,-5 5,-5 7,-4 3,8 41,-22 2,-38 3,-8-43,-10-2,-11 3,-7-3,-12 0,-5-4,-1-3,-2-3,3-5,0-4,6-5,1-5,10-3,3-5,-33-11,28-26,24-28,18-36,18 38,9-3,12-6,11 2,11-2,9 4,15 0,8 6,8 6,3 5,-3 9,1 6,-6 7,-2 7,-13 7,-4 9,35 31,-57 2,-8 10,-5 15,-10 7,-12 13,-15 2,-19 4,-15-3,4-27,-7-3,-6-3,-9-1,-6-4,-1-4,0-5,-2-2,0-5,4-6,-1-2,1-5,-26 2,2-7,12-7,2-7,3-10,6-9,12-7,9-9,13-6,8-6,8-4,12-1,16 1,12 1,11 2,11 3,16 1,9 5,15 2,6 5,1 6,0 3,1 3,-2 4,-8 3,-2 1,-10 3,-1 1,-4 0,-3 1,36-12,-29-20,-30-44,-28 21,-10-6,-6-16,-9-3,-8 0,-11 3,-17 6,-11 9,-11 11,-8 12,-7 12,-4 10,-2 6,-1 10,5 12,1 8,4 5,2 6,8 7,2 6,6 6,4 3,5-1,3 0,7 0,3 0,8-5,4-1,-17 23,19-11,14-13,10-8,16-9,24-6,40-5,-14-6,6-4,16-6,3-7,11-10,2-9,-28 6,0-4,-1-3,0-2,-1-4,-2 0,-1-1,-1-1,-2-1,-3 1,-1 1,-2-1,18-19,-3 0,-6 3,-5 0,-8 6,-5-1,-9 7,-6-1,7-39,-19 12,-21 7,-36 4,-38 13,18 32,-6 6,-13 3,-6 7,-10 8,-4 12,25 3,-3 6,1 5,-8 7,0 7,2 2,2 5,1 3,3 0,7-1,3 1,3-2,-12 12,9-2,20-16,7-2,-14 23,29-18,16-8,12 0,24-3,30-7,29-10,-34-14,2-3,1-4,0-6,0-5,-1-6,2-7,-2-5,-2-8,-1-4,0-4,-1-2,-2-3,-1 0,-3 0,-3-1,-1 3,-3 2,-4 5,-2 3,22-30,-8 15,-4 9,3 0,3 3,1-1,-6 6,-9 11,-8 7,-4 4,1 0,4-5,-1 3,-7 1,-7 4,-55 4,-31 7,6 8,-9 8,13 4,-3 4,1 3,-3 2,1 1,2 2,-21 14,7 0,19-9,10-4,13-5,33-11,62-25,7-9,-11 1,1-1,-7 0,0 0,1 1,1 0,-2 1,0 1,41-10,-13 6,-8 7,0 4,1 4,-1 0,-1-1,-6-2,-6-5,-7-2,-5 0,-6 0,-4 4,-5 5,-6 2,-6 3,0 4,-2 9,-3 2,-2 11,-6 3,-3 11,-7 20,-14 25,4-30,-3 3,-4 4,-1 0,-2 2,-1 0,1-3,0-2,1-4,1-1,2-2,1 0,1-3,0-1,-18 42,1-4,5-3,7-3,7 3,8-5,5-10,4-17,4-19,5-15,13-14,32-26,-8 1,4-5,12-8,4-4,10-6,2-3,-1 1,-1 1,-4 3,-3 2,-6 4,-4 4,28-16,-27 18,-26 11,-17 4,-8-5,-5-9,-9-9,-16-1,-25 6,-33 14,31 14,-3 3,-4 2,0 1,3 1,3 0,-28 3,29 2,28-1,18 0,52-23,2-6,37-17,-19 6,-11 9,-13 10,-11 9,-9 6,-8 11,-6 24,-10 33,-9-18,-6 3,-9 9,-5 2,-9 1,-4 0,-5-1,-2-2,3-4,1-1,6-9,3-2,-17 25,25-23,18-15,21-9,28-6,33-6,-18-12,5-7,12-10,4-8,10-11,0-7,-26 11,0-3,-1 0,26-18,-4 1,-19 13,-4 2,26-15,-18 19,-10 12,38-8,-42 19,1 1,-2 1,0 2,39-2,-32 10,-12 3,-8 4,-9 5,-11 1,-6 0,-33 9,-30 1,6-6,-6 2,-12 0,-2 0,-6 2,-1 0,1 1,1 1,2 1,1 2,7-1,3 3,5 1,3 2,7-1,3 2,-22 27,21 0,17 3,14 7,9 2,2-6,0-10,2-15,16-13,29-11,42-8,-23-11,6-7,16-9,3-6,2-6,-1-3,-4-5,-1-2,-5-1,-2 1,-8 4,-2 1,-7 4,-3 1,-11 8,-6 2,-2 4,-127 57,34-14,-7 4,-6 2,-9 3,2 1,8-2,1 0,1 1,-2 0,1 0,1 1,3 0,0-1,2 1,-24 17,3 1,7-4,4 0,8-3,4-1,8-5,2-2,6-4,4-2,-22 25,14-10,16-11,20-18,44-42,6-11,9-8,23-17,6-4,-19 16,2-2,0 2,1 0,0 2,0 3,-5 4,-1 2,-1 2,17-8,-3 3,-9 7,-3 3,-13 6,-2 2,29-15,-11 6,-10 4,-10 5,-11 8,-12 5,-8 9,-43 43,-22-2,6-2,-4 2,-4-7,-2-1,1 1,0-1,5-2,1 0,2-2,2 1,4-1,1-1,-33 30,9-5,20-13,13-10,6-5,-2 0,-7 3,-8 1,-3-1,-3-2,-3-3,-1-2,-1-1,6-2,12-1,9-6,14-4,85-8,7-9,-5 0,5-4,-11-2,-3-2,-4 0,-1-1,-7 0,-2 0,33-16,-15 1,-9-5,-6-3,-4-3,-4-5,-2 1,-3 2,-6 9,-6 9,-6 7,-7 7,-7-1,-5-5,-3-4,-1 1,0 3,0 5,0 1,-1-9,-3 5,-10-7,-15 6,-25 3,-27 2,27 9,-4 1,-17 1,-4 1,-6 1,-1-1,-4 1,1 1,2 2,2 2,12 3,3 3,4 3,2 2,6 3,2 3,3 0,2 2,-2 1,1 0,-2 3,0 1,-2 2,2 1,5-1,2-1,-30 23,7-16,-11-18,28-13,-4-3,-8-1,-1-2,-2 0,0 0,7-1,1 0,-37-4,19 0,17 4,9 0,5 2,6 0,10 0,6 0,6 0,4 0,0-2,-2-10,-1-14,-2-12,1-12,2-5,5-8,5-13,8-14,6 40,3 0,4 0,3 3,25-35,2 22,-8 20,-7 14,-12 12,-81 48,3-4,-2 2,-4 2,18-12,1-3,-45 14,9-7,11-8,20-6,7-2,10-2,6-3,4-1,12-3,3-1,-7 0,2 0,-5 0,7-3,5-10,3-8,4-16,2-13,7-13,5-7,5 2,3 9,-6 8,-6 3,-5 1,-3 4,0 6,0 7,0 5,2 0,7-4,15-7,13-5,10 3,2 6,-5 9,-6 6,-7 4,0 2,3 1,7 2,3 2,1 1,-4 2,-6 1,-7 1,-5 1,-5 0,-1-2,1 0,-1-3,0 1,-4 0,-56-13,5 8,-51-7,17 12,-5 10,-3 15,0 14,17 5,22-11,23-20,15-18,-6-19,-4 5,-6-1,1 13,6 7,60-5,-3-6,52-6,-19-4,-5 3,-2 1,-8 4,-10 3,-8 4,-11 4,-8 1,-5 3,-6-2,1 18,-1 1,4 20,1 5,2 6,1 9,0 0,3 2,-3 3,-1 0,-5 1,-5-4,-5-4,0-3,-4-3,0-4,-2 1,-1-2,0 0,-3-3,-1-6,-6-2,-6-3,-6 3,-6 2,1-4,-5 3,-7 1,-3-1,-1 1,10-8,8-6,1-2,-2-1,-5 0,-2-1,4-5,0-5,4-3,-3-2,-5 2,-6 5,-3 6,2 7,2 6,7 4,5 3,4 0,6-4,4-2,3-5,5-2,2 1,2-1,0 1,2-2,4-1,4-1,5 0,-2-5,0-2,0-3,7-2,11 0,9 0,5 0,2-2,-1-1,2-2,5 0,0 0,2 0,-5 0,-6 2,-6 2,-7 3,-2 4,-3 3,-1 3,-3 1,-1 4,-1 7,-3 5,-4 5,-1 2,-5 1,-2 0,-1-2,-1-7,0-8,0-10,-46-23,2-9,-38-18,21 5,13 5,15 8,13 3,10 5,8-9,2 1,4-16,-2-7,2-13,1-2,0 4,3 12,1 11,1 6,1 7,-4 3,5 2,-27 59,13-13,-18 56,14-20,3 9,0-2,0-5,2-8,3-16,2-10,0-15,0-8,-3-3,-2 0,0 3,-5 8,-4 3,-3 3,-3-3,1-6,4-5,1-3,3-2,-12-4,-3-14,-1 2,2-8,30 46,-8-21,16 26,-16-32,0 0,-24 13,14-8,-19 10,57-85,10 6,-5-2,4-2,-5 18,0 5,25-24,-15 14,-10-1,-19 25,-2-4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9:21.882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217 636,'57'-22,"-1"-1,0-1,-1-2,3-3,-1-1,-3 0,-1 1,-1 2,-1 0,0 2,-1 0,-2 2,1 0,-1-1,0 1,-1 1,-1 0,41-18,-7 5,-8 7,-10 3,-8 6,-7 3,-9 6,-7 4,-7 3,-7 4,-63 48,-4 1,-6 1,-5 4,2-1,0 2,-8 10,-3 3,20-19,-1 0,0 1,-1-1,0 1,0 0,0 1,-1-1,1-1,2-2,0-1,0-1,-20 20,1-2,6-4,2-2,7-8,2-1,8-6,3-2,-21 23,21-18,21-18,15-11,19-6,30-10,33-26,-22-1,3-7,12-12,1-6,6-9,2-2,-26 20,1 0,0 0,0 1,1 0,0 1,25-14,-1 2,-5 5,0 2,-4 3,-3 2,-6 6,-1 1,-2 3,-1 1,-4 4,-3 1,42-14,-17 9,-20 10,-18 10,-13 4,-10 3,-2 0,13-17,-1 2,10-12,-5 10,-1 7,-3 5,4 4,-2 3,4 0,5 0,0 0,4 0,-1 0,-1 0,-2 1,0 1,-2 0,-3 1,-2-2,-4 1,-4 2,-1 2,0 3,3 1,0 1,-4 2,-3 0,-7 0,-5 2,-18 4,-33 17,-34 10,26-17,-5 2,-5 3,-1 2,0-1,0 1,0 2,0 0,3 0,2 0,4-2,1-1,3-1,1 0,5-3,0 1,4-2,1 2,1-1,1 2,1 2,2 1,0 0,3 0,-27 27,13-12,16-13,10-7,6-3,1 0,-2 0,-2 3,-6 3,-5-1,-1-2,2-6,8-9,9-5,3-4,-16 4,-4-3,-23 2,0-6,-5-3,3-1,6-5,8-2,13-5,10-1,9-4,4-6,15-12,18-16,30-13,-18 27,4 0,8-2,2 1,6-2,3 3,5 0,4 3,8-1,3 3,0 5,1 3,-1 3,1 5,-4 4,-2 3,-10 5,-3 1,-3 1,-3 1,37 1,-41 0,-51 4,-55 15,-42 13,21 3,-3 7,-5 10,2 4,-1 4,2 4,3 3,6 1,17-10,5-2,4-2,4-2,5-5,4-2,-14 31,14-11,7-8,7-9,5-8,5-12,4-12,41-9,20-22,-5-4,5-5,3-8,0-4,4-7,0-2,-1 1,-2-1,-6 3,-1 1,-3 4,-2 2,-4 4,-2 2,35-20,-12 12,-10 6,-7 5,-2 4,-3 3,-3 5,-8 4,-7 4,-8 2,-11 2,-49 18,-21 13,1-2,-6 6,-3 7,-2 4,-10 8,-2 4,2 2,0 1,2 0,1 0,6-3,2-1,9-6,1-1,6-5,2-2,7-5,2-3,-28 24,10-7,8-3,9-1,6-4,11-8,9-7,8-8,10-8,54-37,23-27,-11 8,6-6,-3-2,1-1,2-1,0 1,-4 5,-1 3,-8 6,0 3,-5 5,-1 3,-6 5,-1 1,38-16,-3 3,-7 4,-5 4,-7 5,-6 5,-7 5,-5 2,-9 3,-9 4,-6 2,-7 2,0 0,-85 56,31-27,-5 2,-10 8,-8 5,0 0,2-3,0 1,-1 0,-3 4,0 0,-1 4,-7 7,-1 3,3 2,3-3,3 1,2 0,6-3,3-1,4 0,-13 19,10-3,20-20,6-2,3-4,3 0,-12 33,9-14,1-13,4-17,4-11,1-1,-6 19,-11 27,-10 20,17-39,-1-1,1-2,0-1,-22 37,-2-10,-2-8,-5-4,-7 0,1 0,6-7,11-3,9-8,5-5,5-2,4-5,1-1,1-5,4-2,1-6,4-6,-2-2,-6 0,-5 1,-6 1,-1 0,3-1,1-3,4-1,55-27,22-12,25-25,-24 22,8-6,-3 1,13-14,-3-1,-1 0,-1 0,1-1,1 0,0-1,-1 0,-3 5,-2 0,0-1,-2 1,-6 6,-1 2,-6 3,-1 1,-3 3,-2 1,-5 4,-1 1,28-27,-7 4,5-3,4-5,-1-1,-2 3,-11 10,-6 9,-4 8,-3 5,2 3,0 3,0 1,4-3,0 0,3 0,-3-1,-6 4,-3 0,-6 3,0-1,7-4,5-7,7-4,-1 0,-7 6,-12 7,-8 6,-6 5,-1 1,-3 1,-2 1,5-3,-3 0,8-4,-7 2,-2 3,0-2,-1-3,6-7,-1-3,0 2,-3 3,-3 5,-2 2,-1-3,4-2,-2-2,-3-1,-3 3,-3 3,-1 0,0-1,0-2,0 1,0 1,0-1,0 1,-1 1,-20 4,7 5,-16 5,9 1,-10 0,-14 7,-16 12,-5 9,1 4,9-3,10-9,3-6,1 1,-6 1,-18 14,-18 15,30-12,-2 2,-3 6,-1 1,-5 3,0 2,0 2,1 0,5-3,2 0,2-2,3 0,9-6,3-1,3-1,1-2,-26 25,10-8,9-12,16-14,15-16,65-75,-19 27,4-5,23-29,4-4,-5 9,-2 1,-3 3,-3 2,-3 4,-1 1,-5 7,-1 3,-4 5,-1 4,29-25,-14 19,-11 10,-10 10,-3 3,1 5,-2 0,-1 4,-6 5,-6 2,3 3,-6 0,14-1,-10 3,6 0,-6 2,4 2,3 0,3 2,3-1,0-2,-3-1,-2-2,-3 0,-4 0,-2 0,4 1,-5 1,-40-29,11 18,-37-23,30 25,1 3,8 2,0-2,-4 2,7 0,-9-3,3-3,2 0,-4-2,6 6,-4 2,69 2,-32 0,53 0,-48 2,-8 0,-4 4,1 3,-5 2,5 5,-3-3,1 1,2-1,1 1,1 2,1 0,1 2,1-1,4 3,5 3,8 2,1 1,-1-2,-5-5,-10-4,-6-6,-3-2,-1 4,0 1,3-3,5-18,-6 0,3-11,-3 11,-1 4,6 0,-1 3,-1 0,0 2,0 0,-2 12,-8 11,-19 25,-27 18,-22 12,27-38,-3-1,1-1,0-1,1-1,0-1,-1 1,-1-1,-1 2,-2-1,-2 1,-1-1,-1 0,1 1,-1-1,1 0,-1 1,2-1,2 0,1 0,1-1,1 0,-34 30,4-3,1-4,1-2,-4 0,-3 2,-4 2,36-29,0 0,-37 27,3-8,6-7,3-3,-1 0,-1 0,9-5,14-8,18-9,11-7,3-1,0 2,-5 6,2 2,4-2,11-4,28-7,40-11,-12-5,7-2,15-6,3-3,5-3,2-2,0 1,-1-1,-4 0,-3 0,-4 1,-3-2,-3-1,-3-3,-5-1,-3 0,-5 0,-2-1,-4 1,-1-1,-3 3,-2 0,36-23,-6 8,-9 11,-8 7,-8 5,-5 1,-4-1,-1-3,-2-2,-5 0,-3 5,-5 4,-3 4,-3-1,-1-1,-4 0,-28 0,-17 11,-34 11,-25 25,24 5,-4 8,17-8,-2 2,1 1,-3 4,-1 0,2 0,1-1,1 0,2-3,-10 8,2-2,7-6,1-1,3-5,2 0,1 0,1-1,0 0,1-1,3-2,1 0,-36 24,9-8,8-6,-4 0,-1-2,3-4,6-4,11-6,8-3,11-3,9-3,9-4,90-4,-4-2,-2-2,2-1,-17 0,-3 0,-3-1,-1 0,38-1,-9-1,-6-8,-4-12,0-11,-3-12,-3-2,-7 1,-4 2,-3 2,-1-2,0-3,-1-1,1 1,1 0,4 1,4 0,7-3,4-2,-1 0,-3 4,6 1,12-2,-38 23,3-2,10-5,0-1,-1 0,-1 1,-3 1,-3 1,-4 1,-4 1,18-14,-10 6,-8 2,-4 6,-6 3,-6 5,-4 5,-6 5,-4 5,-53 23,6-8,-50 19,14-16,-7-3,0 0,7-1,11 4,28-5,10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9:50.981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251 0,'-55'0,"4"0,17 0,3 0,5 0,4 0,6 0,1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19:59.56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2191,'49'-24,"-2"-5,-5-2,3-7,1-3,5-3,0 0,-2 1,0 1,-5 2,-4 3,0 2,-5 1,0 2,-1 0,-1 1,6-1,1 0,8-4,3-1,4 0,6-2,4 2,7-2,8-5,8-3,-44 22,1 0,-1 0,0 1,33-19,-12 7,-14 9,-16 9,-7 4,-5 3,-1-3,4-2,2 0,4-5,3-1,4-3,4 0,5-1,2-2,3-3,4-6,6-6,10-9,8-6,-38 28,0-1,0 1,0 1,34-21,-11 10,-14 11,-7 7,-9 2,0 1,0-2,1-1,4 0,-2 0,-5 5,-9 3,-10 5,-7 3,0-11,-3 4,5-11,3 10,2 0,2 3,-3 3,-6-3,-53-2,-2 6,-43 1,18 16,7 8,9 11,8 7,5 1,2 5,-2 3,-3 1,-2 0,1-8,3-6,3-5,4-6,1 0,1-3,2-1,0-5,3-4,0-2,1-2,-1 1,2 0,1 0,1 1,0 1,-2 1,-3 3,0 1,1 2,-1 2,-2 4,-1 3,0 3,4 3,3 0,1 2,2 1,0 0,0-1,-1-1,1-1,-2-2,1-3,2-4,0-2,1 0,-1 0,0 0,-5 5,-3 3,-6 6,-1 3,1-1,4-3,3-6,7-5,4-4,5-3,3-2,-2 0,-1 2,-7 5,-5 4,-5 9,-5 7,-2 0,-2 1,3-7,4-3,2-4,3-4,1-1,0 0,-1 2,0 2,1-1,1-2,3-5,5-5,6-2,0-4,2 7,-4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20:29.66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4491 171,'-71'0,"-8"0,-8 0,1 0,8 0,15 0,9 0,-2 0,1 0,6 0,9 0,13-1,5-1,1-2,1 0,3 0,1 0,3 0,-4-8,5 2,-5-6,4 4,0-3,0 2,0-1,1 3,0 3,-5-2,2 5,-4-1,5 0,-1 2,0 0,-8 3,-1 1,-4 0,-2 0,0 3,0 5,-1 2,1 4,0 2,0 2,1 4,-2 1,0 1,-1-3,2-1,2-1,2-3,3-3,1-4,4-3,0-2,-8-2,-8 3,-12 5,-9 7,1 4,1 2,7-3,6 0,8-4,3 0,0-1,0-1,3 0,3 0,3-1,2-2,0 1,3-1,5-2,-1 6,4-4,-6 8,5-4,0 0,3 0,2 0,-2 5,-2 7,1 4,-2 0,2-5,2-6,1 0,-1 2,1 6,1 0,0-2,2-4,0-6,3-2,12-3,0-6,15-3,-1-2,6 0,2 0,-4 0,-2 0,-2 0,-3-1,-4-4,1-1,-1-4,2-1,3-3,2-6,2-5,6-3,-1 0,-1 2,-6 5,-5 5,-4 4,-3 3,1-1,1-1,4-2,2-2,1-1,-1-2,0 0,3-1,3 1,2-1,0 0,-3 0,-2 1,-3-1,0 1,-2 0,-1 0,0-1,-2 0,3 0,0 1,-3 3,0 2,-5 3,-1 4,-74 9,6 15,-4 0,-4 4,12 6,3 4,-1 0,0 2,3 0,0-1,3-1,1-1,-29 24,10-10,8-9,12-9,1-5,4-1,1-4,-2-1,2 0,1-1,-3 1,-1 1,1 0,0 2,2 0,1 0,-3 0,3-1,8 1,6-5,6-5,-8-1,-20 8,-14 13,-7 8,6 5,11-6,10-7,3 0,4-2,1-1,1 2,3-2,-1-1,-2-1,1-2,0 1,2-3,2-1,2-4,2 0,1-1,1-2,1 1,1-2,2 2,-4 1,-3 2,-3 2,-4-2,2-1,0 1,0-1,2 3,-2-1,1-1,2-2,3-2,2-2,0 2,-1 4,-3 6,1 4,0-3,0-2,2-3,-1 0,-1 0,-3 2,-5 0,1 1,-1-1,1-2,0 0,1 0,-1 0,3-1,3-1,5-1,3-3,-5-2,-11 3,-11 7,-6 4,-2 9,4-2,3-2,5-2,8-6,1-1,1-3,2-1,0-3,4-4,3-1,3-2,-6 5,2-1,-6 3,6-6,4 1,-5 1,3 1,-6 3,4-2,3-1,0 1,3 0,55-27,-20 1,49-28,-33 9,0 0,-2 5,-4 3,-7 8,-3 4,-1 2,0 1,5-3,3-3,4-2,5-1,4-2,6-1,3-1,-3 2,-1 1,-5-1,-2-2,0-3,2-3,3 0,3-1,0 0,-3 3,-3 3,-4 4,-7 8,-8 4,-2 6,3-1,9-5,6-4,0-6,-2-1,-1-3,1-2,-1 1,-1 2,1-1,-1 1,1-2,2-3,1 0,0 0,0 2,-5 3,1 0,-1 1,-6 4,1 2,0-2,1-4,2-7,-1 2,-5 3,-1 2,-3 2,-2 1,2 0,0 0,3 0,-2-1,-1 1,1 0,-1-1,2 1,-1-3,0-1,-3-4,-2-4,-1-2,-1-5,0 2,-3 3,-2 7,-3 4,-2 5,2 1,0 2,0 0,0-2,-1-1,1-4,0-3,1-2,-1-4,1-1,1 0,0-1,-3 2,-2 1,-2 2,-2 3,1 3,1 0,0 2,-11 4,-18 5,-17 8,-11 6,-5 5,3 2,1 2,3-5,6-2,2 0,2 1,1 2,-1 2,0-1,0 1,1-3,2-5,4-2,6-2,7 0,3 0,0 0,1 0,-4 0,-1 0,-3 0,0 0,0 0,4 0,3 0,2 0,-2-2,2-7,-4 4,5-3,-4 8,4 20,-6 8,2 20,-2-4,0-9,2-8,4-7,2-5,-2 1,-3 1,-5 4,-2 5,3 0,2-3,5-6,3-6,0-1,-2 2,-5 6,-6 7,-4 2,2-2,3-5,4-3,2 0,1-2,0 0,0 0,-1 2,1 2,1 2,1-1,0 0,2-3,-3 1,-3 2,-2 3,-2 3,1-1,2-3,1-3,2-1,1-3,2-2,1-1,-3-3,-1 2,0 0,0 0,4-2,-1 1,2 0,-1 2,0 0,2 3,4-1,-1 15,-3 5,-8 7,-12 10,-5-6,0-1,3-7,7-9,1-4,-1-3,-3 0,-1-3,-3 1,0 1,-1 1,1 0,4-1,5-1,5-3,10-6,2-4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20:44.032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607 3073,'45'-27,"1"0,-1-1,-2 0,28-30,-6 4,-11 6,-6 5,0 3,0 2,6 0,0 0,1-4,-1-2,-2-1,-3 4,-5 5,-2 3,-4 1,1 0,0 0,-3-1,-3 2,-2 1,-2 4,0 0,2 1,1-2,-1 3,-3 3,-5 1,-1 4,-2 1,1-1,1 0,-2-4,1 0,-1 1,-3 3,1 4,-3 0,-1 1,-1 0,-2 1,0 0,6-3,-6 4,5-2,1 5,-6 3,8-2,-4-2,-2 1,3-6,-6 4,3-4,1 2,-5 1,8-6,-9 2,4-7,-5 0,0-3,-3-2,0-4,0-6,-1-2,-1 0,-2 1,0 2,0 3,0 3,-3 4,-7 5,-11 4,-14 3,-10 4,-9 3,-3 2,2 3,-2 0,-6 7,-19 23,30-1,-1 6,-7 10,-1 4,-1 7,1 1,4-3,2-1,8-7,2-2,8-6,1-2,-26 23,4-2,-7 10,29-30,0 3,-2 1,0 2,0 1,0 0,4-3,2-1,-29 32,9-9,10-11,2-4,6-3,3-6,4-4,6-7,6-7,4-7,42-84,-6 29,4-4,17-33,4-4,2 8,1 2,1 0,0 0,6-7,-1-1,-19 26,0 0,-1 1,16-24,-1 2,-5 6,-2 3,-11 14,-1 2,-2 4,-1 0,-1 4,0 0,-1 2,1 0,30-37,3 2,2 6,-4 7,-1 10,-6 8,-6 8,-6 3,-4 2,-5-3,-1-2,4-3,-1 0,-2 9,-3 12,-6 10,-1 8,0 0,-8 0,-1 0,0 4,-2 5,3 2,-4 2,-3-4,1 7,-3 1,-1 3,-3 0,-1 1,-2 3,0 6,0 4,-2 3,-7 3,-12 5,-18 4,-14 5,-13-1,-2-4,0-5,4-7,4-6,2 0,0 2,-3 5,-2 5,0 1,4-1,7-2,3 1,4 1,1-1,1 1,1-5,0-6,2-5,2-6,4-4,0-3,-2-2,-3-3,-3 1,2 0,1-1,1 1,-4 1,-3 1,-3-1,1 0,3-2,1-2,5-1,0 0,-3 4,2 3,2-1,6-2,12-6,4-7,2-6,-1-3,-3-2,1 1,0 1,3-1,2-1,2-10,3-14,5-18,17-18,25-15,-11 42,4 0,6 0,2 1,1 1,0 1,-2 2,0 1,0 0,-1 1,0 0,0 0,1-1,0 1,2-2,1-1,1 0,0 1,0 0,1 1,-1 1,-1 1,-1 1,-1 1,-1 1,0 0,-1 0,1 1,0-1,0 2,-1 1,-1 3,30-23,-13 14,-13 11,-6 8,-4 8,-2 4,-3 6,-5 2,-6 1,-11 31,-28 21,1-8,-5 3,-9 4,-4 0,-6 6,-3 0,0 0,-1 0,0-1,-1 0,2-3,1-2,3-5,0-2,5-4,2-2,-31 31,8-8,5-5,2-4,1-3,0-3,0-3,3-3,4-9,6-6,3-5,0-3,-3-2,-5-2,-2-3,-2-2,0-1,-1-4,2-2,2-2,4 0,2 0,2 0,1 0,3-4,4-5,1-5,3-7,-1 0,1 1,2 2,3 4,4 3,1 0,2 2,3-2,0-1,6-9,-1-7,9-13,11-4,11-9,17-8,15-11,-26 34,0-2,1 1,1 0,-1 2,1 1,30-34,2 5,-1 5,-3 6,-4 5,1 2,3-3,2 1,2 0,-1 2,3 4,0 0,5 4,5 1,0 4,0 4,-10 5,-8 5,-10 6,-8 6,-8 4,-7 5,-5 8,-3 8,-1 11,1 8,-1 5,-3 2,-5 0,-5-1,-3-1,-2-4,0 0,0 1,0-1,0 3,0-3,0-6,-1-6,-1-6,0-4,-2 2,-1 5,-4 12,-8 8,-4 12,-2 2,0 0,3-1,2-3,1-3,0-2,8-21,1-6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21:10.448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662 2328,'46'-85,"0"0,-2 18,4-1,5-2,-4 11,4 0,2-1,1 1,5-3,3 0,0 1,1 2,-2 2,1 1,0 1,0 3,-3 4,1 2,0 1,-1 1,18-11,-1 3,1 0,-4 2,0 2,0 0,-6 4,0-1,-2 1,-5 1,-1 1,-2 0,17-14,-4 3,-16 10,-3 2,23-19,-35 28,-23 20,-81 77,20-25,-6 6,-8 5,-6 5,-1 0,2-2,0-2,-1 1,-4 2,-1 0,0-1,3-1,1-2,0 1,2-3,0 1,1-1,1-1,0 0,1 0,2-1,0-1,1 1,-1 2,0-1,0 2,0 1,0 1,1-1,-1 0,1 0,1 0,2-2,0-1,2 0,-20 16,2-3,10-9,2-3,6-5,3-3,6-6,2-1,-24 24,13-8,16-9,14-12,12-14,78-69,6-4,-1 0,4-5,-10 10,0 0,8-6,2-2,-26 20,0 0,1-2,1-2,1-1,0 0,1-4,1 0,-1 0,-1-1,-2-1,1-1,1-2,0-2,0 1,-5 4,0 0,-1 0,-1 3,-1 0,0 2,17-15,0 4,-10 11,-2 4,-6 9,-2 4,25-11,-12 16,-4 8,-5 3,-5 0,-8 3,-6 3,-7 4,-7 4,-2 0,4 0,-73 57,-11 14,18-27,-7 5,-1 0,0 2,0 1,-1 1,-3 2,0 1,1 1,-2 1,1 1,1-1,4-2,2-1,1 0,4-3,1-1,2 0,-17 20,2-1,10-9,3-1,4-5,2-2,8-8,1-1,-19 30,12-15,7-10,6-7,6-11,5-6,7-6,3-2,3-4,53-29,17-34,-5 5,5-7,2-11,-1-4,-20 20,0-1,0 1,22-23,-2 2,-3 4,-2 3,-8 8,-1 1,-3 5,-1 2,-3 2,0 2,3-2,1 1,4-1,2 1,2-3,2 0,4 0,-1 1,-2 1,-1 2,-4 3,-3 3,-8 6,-4 4,18-10,-21 17,-14 10,-5 5,-6 4,-46 33,-23 13,3-5,-6 3,0 0,-2 2,-3 2,0 1,1 0,1-1,3-1,1 1,2-2,2 0,5-3,1-1,3-2,1-1,4-4,1 1,1-1,1 1,1 0,0 0,-32 33,6-6,12-9,8-6,7 2,4 1,5-2,7-10,8-12,10-10,11-7,12-5,9-4,5-2,3-6,3-9,3-11,-1-10,0-2,-2-2,-6 6,3-2,2-6,4-2,8-7,-2 0,-2 1,-3-3,-3 2,0-1,3 0,0 0,-2 3,-2 4,-8 8,-3 7,-5 5,-6 7,-1 2,-3 1,1 0,4-5,5-3,7-6,4-4,-2 1,-5 4,-6 9,-6 6,-5 3,-2 2,-2-2,0-2,2-2,2-5,5-3,7-1,3-3,1 4,-4 5,-4 3,-4 7,-5 0,-62 17,-5 13,2-5,-3 4,9 2,1 2,-37 27,13-4,4 3,5-1,6-1,3 3,10-4,6-5,4-2,3-4,1 1,4 0,1-3,4-2,2-3,1-2,1-3,2-1,0-1,4-3,1-3,2-5,-3 5,1-8,-3 7,-1-2,5-7,-6 10,8-8,-1 11,4-8,1 4,7-2,-1-3,2 7,-4-5,-4 2,6 0,9-7,-2 1,4-2,-50 10,10-7,-30 4,26-13,6-2,4 0,-5 0,-5 0,-11 0,-6 0,-1 0,-3 3,1 0,1 2,1-1,3-1,0-1,-3 0,-3 3,-3 3,0 2,3 0,-1-2,-3 0,-7 1,-9 0,-9 9,2 9,2 7,12 0,12-11,6-13,5-7,0-3,1 0,3 0,8 1,5 9,-4 10,-6 8,-13 4,-4-6,3-9,5-6,12-5,7-4,6 0,2-2,-5 1,-3-1,-5 0,1 0,0 0,2 0,2-2,1-3,3-2,-1-2,0 0,3 1,2 2,-2 2,5-9,2-8,18-18,19-11,19-7,13 1,2 5,2 2,3 0,3-6,1-3,-1-1,-6 0,-5 3,-3 2,-5 2,-4 1,-2 0,-5 1,-1 2,1-3,6-7,5-8,8-5,0-1,-6 5,-6 9,-9 8,-2 8,-2 0,-1 0,3-1,1 2,-1 3,-1 2,-2 3,-1-1,0 0,-1-1,0 1,-5 5,-2 5,-2 3,-3 5,0 2,-3 4,1 3,-3 1,0 1,0 0,1-2,1 0,1-1,-1 0,2 0,1-1,0-2,3 0,-4-2,-4 0,-2-8,3-11,8-5,7-6,12-1,-1 0,-2 2,-3 6,-9 8,-2 5,-3 2,0 0,-3 1,0 1,-1 1,-2 4,-2 2,0-1,0 1,2 0,-2 2,-2 1,2 0,-1 1,-1 2,5 1,-62 41,21-10,-49 31,33-23,3-3,2-2,3-1,0 1,5 0,1 0,1 0,2-1,-1-3,2-2,1-1,0-2,5-2,1-4,3-3,-3 2,5-2,-3 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46:41.948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1 24575,'0'0'0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47:00.215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1 1 24575,'0'0'0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48:03.845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1 24575,'0'0'0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48:03.846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1 1 24575,'0'0'0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48:31.915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68 24575,'52'0'0,"0"0"0,7 0 0,4 0 0,10-3 0,1 0 0,1-1 0,-1 0 0,-9-2 0,-3 0 0,-6 1 0,-2-1 0,39-4 0,-18 1 0,-20 3 0,-16 1 0,-13 4 0,-16 1 0,-3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48:33.048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70 24575,'48'0'0,"5"0"0,8-1 0,2-4 0,1-3 0,11-5 0,1 0 0,-5 2 0,-6 1 0,-16 6 0,-2 1 0,1 1 0,-7 2 0,-5 0 0,-10 0 0,-8 0 0,-5 0 0,-5 0 0,-4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48:35.382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0 24575,'39'16'0,"5"2"0,15 5 0,1-1 0,16 1 0,20 5 0,-41-10 0,1 1 0,7 2 0,1 0 0,-6 0 0,-1-1 0,-6-3 0,-3 0 0,35 10 0,-14-7 0,-14-6 0,-11-6 0,-10-4 0,-9-2 0,-9 0 0,-8 2 0,-6 2 0,-6 4 0,-22 7 0,-29 11 0,-33 8 0,32-16 0,-1 0 0,2-1 0,0 0 0,4-2 0,1-2 0,-36 14 0,15-2 0,8 2 0,8 3 0,9 3 0,4 0 0,7-2 0,8-4 0,6-5 0,6-7 0,8-6 0,2-5 0,5-4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51:30.2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609 0 24575,'0'50'0,"0"20"0,-1-17 0,0 6 0,-3 15 0,-1 5 0,-3 11 0,-2 1 0,-1 1 0,-1-1 0,-1-3 0,-1-2 0,2-11 0,1-4 0,0-13 0,1-4 0,-5 28 0,3-48 0,3-43 0,5-54 0,1 4 0,2-8 0,0-16 0,1-5 0,1-8 0,0-2 0,2 2 0,2 3 0,2 10 0,1 5 0,2 10 0,1 6 0,11-33 0,-3 34 0,-6 24 0,-4 19 0,-3 9 0,1 7 0,4 4 0,3 17 0,4 27 0,7 30 0,-8-23 0,0 2 0,3 6 0,1 1 0,3 0 0,1-1 0,2 1 0,3-2 0,-1-4 0,1-2 0,2-3 0,2-2 0,-2-3 0,1-2 0,28 29 0,-5-15 0,-11-15 0,-9-12 0,-14-12 0,-6-5 0,-9-6 0,-14-3 0,-24-5 0,-39-16 0,15 2 0,-4-2 0,-13-3 0,-2 0 0,-7 0 0,-2 3 0,-2 3 0,1 4 0,5 4 0,2 2 0,8 1 0,3 3 0,10 1 0,5 2 0,-22 8 0,28 4 0,22-1 0,19-4 0,27-4 0,33-5 0,31-6 0,-28-6 0,3-5 0,7-6 0,2-3 0,8-6 0,0-2 0,2-1 0,-1 0 0,-1 5 0,0 2 0,-3 4 0,-2 4 0,-7 4 0,-3 4 0,-7 4 0,-3 1 0,28 2 0,-27 3 0,-28 0 0,-12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51:31.6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24575,'0'54'0,"0"15"0,2-18 0,1 4 0,2 8 0,3 3 0,3 5 0,3 2 0,4 9 0,1 1 0,-1-10 0,0-2 0,-3-12 0,-2-5 0,1 21 0,-10-53 0,-4-14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51:33.6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1 199 24575,'2'-13'0,"12"-9"0,14-11 0,13-4 0,9 3 0,-2 9 0,1 8 0,-1 6 0,-2 5 0,-1 6 0,-9 9 0,-5 10 0,-5 10 0,-5 5 0,-5-3 0,-5-3 0,-5 0 0,-13 8 0,-16 14 0,-20 14 0,-7-1 0,-5 4 0,-7 5 0,1-3 0,1-1 0,16-20 0,22-23 0,28-23 0,23-19 0,24-17 0,17-9 0,4-1 0,6 4 0,0 4 0,2 8 0,2 8 0,-6 8 0,-6 5 0,-12 7 0,-10 8 0,-10 10 0,-6 14 0,-4 12 0,-5 14 0,-6 6 0,-9 3 0,-5 0 0,-5-4 0,-5-1 0,-12-3 0,-11-3 0,-13-6 0,-9-5 0,-9-10 0,-10-7 0,-8-8 0,-1-8 0,-1-6 0,7-7 0,7-9 0,7-8 0,9-5 0,7 1 0,13 7 0,12 8 0,9 4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51:43.9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609 0 24575,'0'50'0,"0"20"0,-1-17 0,0 6 0,-3 15 0,-1 5 0,-3 11 0,-2 1 0,-1 1 0,-1-1 0,-1-3 0,-1-2 0,2-11 0,1-4 0,0-13 0,1-4 0,-5 28 0,3-48 0,3-43 0,5-54 0,1 4 0,2-8 0,0-16 0,1-5 0,1-8 0,0-2 0,2 2 0,2 3 0,2 10 0,1 5 0,2 10 0,1 6 0,11-33 0,-3 34 0,-6 24 0,-4 19 0,-3 9 0,1 7 0,4 4 0,3 17 0,4 27 0,7 30 0,-8-23 0,0 2 0,3 6 0,1 1 0,3 0 0,1-1 0,2 1 0,3-2 0,-1-4 0,1-2 0,2-3 0,2-2 0,-2-3 0,1-2 0,28 29 0,-5-15 0,-11-15 0,-9-12 0,-14-12 0,-6-5 0,-9-6 0,-14-3 0,-24-5 0,-39-16 0,15 2 0,-4-2 0,-13-3 0,-2 0 0,-7 0 0,-2 3 0,-2 3 0,1 4 0,5 4 0,2 2 0,8 1 0,3 3 0,10 1 0,5 2 0,-22 8 0,28 4 0,22-1 0,19-4 0,27-4 0,33-5 0,31-6 0,-28-6 0,3-5 0,7-6 0,2-3 0,8-6 0,0-2 0,2-1 0,-1 0 0,-1 5 0,0 2 0,-3 4 0,-2 4 0,-7 4 0,-3 4 0,-7 4 0,-3 1 0,28 2 0,-27 3 0,-28 0 0,-12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51:43.9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24575,'0'54'0,"0"15"0,2-18 0,1 4 0,2 8 0,3 3 0,3 5 0,3 2 0,4 9 0,1 1 0,-1-10 0,0-2 0,-3-12 0,-2-5 0,1 21 0,-10-53 0,-4-14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51:43.9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1 199 24575,'2'-13'0,"12"-9"0,14-11 0,13-4 0,9 3 0,-2 9 0,1 8 0,-1 6 0,-2 5 0,-1 6 0,-9 9 0,-5 10 0,-5 10 0,-5 5 0,-5-3 0,-5-3 0,-5 0 0,-13 8 0,-16 14 0,-20 14 0,-7-1 0,-5 4 0,-7 5 0,1-3 0,1-1 0,16-20 0,22-23 0,28-23 0,23-19 0,24-17 0,17-9 0,4-1 0,6 4 0,0 4 0,2 8 0,2 8 0,-6 8 0,-6 5 0,-12 7 0,-10 8 0,-10 10 0,-6 14 0,-4 12 0,-5 14 0,-6 6 0,-9 3 0,-5 0 0,-5-4 0,-5-1 0,-12-3 0,-11-3 0,-13-6 0,-9-5 0,-9-10 0,-10-7 0,-8-8 0,-1-8 0,-1-6 0,7-7 0,7-9 0,7-8 0,9-5 0,7 1 0,13 7 0,12 8 0,9 4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49:21.840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1 24575,'0'0'0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49:21.841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1 1 24575,'0'0'0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49:21.844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68 24575,'52'0'0,"0"0"0,7 0 0,4 0 0,10-3 0,1 0 0,1-1 0,-1 0 0,-9-2 0,-3 0 0,-6 1 0,-2-1 0,39-4 0,-18 1 0,-20 3 0,-16 1 0,-13 4 0,-16 1 0,-3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49:21.845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70 24575,'48'0'0,"5"0"0,8-1 0,2-4 0,1-3 0,11-5 0,1 0 0,-5 2 0,-6 1 0,-16 6 0,-2 1 0,1 1 0,-7 2 0,-5 0 0,-10 0 0,-8 0 0,-5 0 0,-5 0 0,-4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49:21.846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0 24575,'39'16'0,"5"2"0,15 5 0,1-1 0,16 1 0,20 5 0,-41-10 0,1 1 0,7 2 0,1 0 0,-6 0 0,-1-1 0,-6-3 0,-3 0 0,35 10 0,-14-7 0,-14-6 0,-11-6 0,-10-4 0,-9-2 0,-9 0 0,-8 2 0,-6 2 0,-6 4 0,-22 7 0,-29 11 0,-33 8 0,32-16 0,-1 0 0,2-1 0,0 0 0,4-2 0,1-2 0,-36 14 0,15-2 0,8 2 0,8 3 0,9 3 0,4 0 0,7-2 0,8-4 0,6-5 0,6-7 0,8-6 0,2-5 0,5-4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50:48.870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1 24575,'0'0'0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50:48.871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1 1 24575,'0'0'0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51:14.798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86 0 24575,'0'40'0,"0"19"0,0 19 0,0 17 0,0-45 0,0 0 0,0 44 0,0-4 0,1-2 0,2-3 0,0 3 0,0-1 0,-2-1 0,-1-7 0,0-4 0,0-1 0,0 3 0,0 5 0,0-1 0,0-3 0,-2-7 0,-1-5 0,0-4 0,-2 2 0,0 1 0,-3 3 0,-3 2 0,2-1 0,1-2 0,0 1 0,-1-1 0,2 5 0,2 1 0,0-1 0,2-2 0,0-11 0,1-11 0,2-11 0,0-2 0,0 8 0,0 10 0,0 11 0,0-1 0,0 4 0,0 5 0,0 7 0,0 6 0,0-4 0,0-5 0,0-8 0,0-2 0,0-3 0,2 4 0,2 7 0,-1 4 0,-1 6 0,-2 1 0,0-3 0,0-4 0,0-4 0,0-3 0,0 0 0,0-1 0,0-2 0,0-3 0,0-5 0,0 1 0,0-4 0,0 2 0,0-3 0,-2-10 0,0-9 0,-1 0 0,1 17 0,2 27 0,0-32 0,0 2 0,0 5 0,0 0 0,0-2 0,0-2 0,0 39 0,0-12 0,0-19 0,0-7 0,0-2 0,0 0 0,1 1 0,3 0 0,1-1 0,2-5 0,0-5 0,-3-1 0,-2-1 0,-2-4 0,0 2 0,0 4 0,0 8 0,0 9 0,0 2 0,0 0 0,0-2 0,0-1 0,0-7 0,0-7 0,0-6 0,1-4 0,2-1 0,5 1 0,4 2 0,1 5 0,-1 2 0,-4-1 0,-2-2 0,-1-4 0,-1-1 0,-1-3 0,0-1 0,-1-1 0,2-3 0,-1-4 0,-1-2 0,0-3 0,0-1 0,0-3 0,0-2 0,0-2 0,-2 0 0,0 0 0,2 1 0,2 3 0,2 6 0,3 6 0,0 5 0,1 1 0,-1-5 0,-5-6 0,-8-5 0,-4-2 0,-1-1 0,4 1 0,4 2 0,1 1 0,2-3 0,5-2 0,4-2 0,5-1 0,1 0 0,0-1 0,1-2 0,0 0 0,4-3 0,2-1 0,7-1 0,6 0 0,3 0 0,-1 0 0,-5 0 0,-3 0 0,-1 0 0,4 0 0,2 0 0,5 0 0,2-1 0,2-1 0,2-1 0,-1-2 0,2 1 0,-4 1 0,-2-1 0,1 1 0,-1-1 0,0-2 0,2 1 0,-3-2 0,2 2 0,1 1 0,-1 0 0,-1 1 0,2 0 0,-2 1 0,3 2 0,3 0 0,-3 0 0,0 0 0,-5 0 0,-3 0 0,-4 0 0,-2 0 0,-2 0 0,2-2 0,1-2 0,1-1 0,2 1 0,1-1 0,5 2 0,1 0 0,-2 1 0,-2 2 0,-2 0 0,1 0 0,4 0 0,1 0 0,0-2 0,-1-1 0,-2 1 0,-3 0 0,0 2 0,0 0 0,0 0 0,3 0 0,-1 0 0,-1 0 0,-1 0 0,0 0 0,0 0 0,2 0 0,3 0 0,1 0 0,-2 0 0,1 0 0,-1 0 0,3 0 0,5 0 0,-3 2 0,-1 0 0,-4 1 0,-4 1 0,-3-1 0,-3-1 0,-5 2 0,-4-1 0,-3 1 0,-1 0 0,1 0 0,-1 2 0,0-1 0,1-1 0,-1 0 0,-1-2 0,-2 2 0,-1 0 0,-1 0 0,3 0 0,1-1 0,1 1 0,-1-2 0,-1 0 0,-2-1 0,-2-1 0,-2 0 0,-2 0 0,-3 0 0,-2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51:53.8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609 0 24575,'0'50'0,"0"20"0,-1-17 0,0 6 0,-3 15 0,-1 5 0,-3 11 0,-2 1 0,-1 1 0,-1-1 0,-1-3 0,-1-2 0,2-11 0,1-4 0,0-13 0,1-4 0,-5 28 0,3-48 0,3-43 0,5-54 0,1 4 0,2-8 0,0-16 0,1-5 0,1-8 0,0-2 0,2 2 0,2 3 0,2 10 0,1 5 0,2 10 0,1 6 0,11-33 0,-3 34 0,-6 24 0,-4 19 0,-3 9 0,1 7 0,4 4 0,3 17 0,4 27 0,7 30 0,-8-23 0,0 2 0,3 6 0,1 1 0,3 0 0,1-1 0,2 1 0,3-2 0,-1-4 0,1-2 0,2-3 0,2-2 0,-2-3 0,1-2 0,28 29 0,-5-15 0,-11-15 0,-9-12 0,-14-12 0,-6-5 0,-9-6 0,-14-3 0,-24-5 0,-39-16 0,15 2 0,-4-2 0,-13-3 0,-2 0 0,-7 0 0,-2 3 0,-2 3 0,1 4 0,5 4 0,2 2 0,8 1 0,3 3 0,10 1 0,5 2 0,-22 8 0,28 4 0,22-1 0,19-4 0,27-4 0,33-5 0,31-6 0,-28-6 0,3-5 0,7-6 0,2-3 0,8-6 0,0-2 0,2-1 0,-1 0 0,-1 5 0,0 2 0,-3 4 0,-2 4 0,-7 4 0,-3 4 0,-7 4 0,-3 1 0,28 2 0,-27 3 0,-28 0 0,-12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51:53.8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24575,'0'54'0,"0"15"0,2-18 0,1 4 0,2 8 0,3 3 0,3 5 0,3 2 0,4 9 0,1 1 0,-1-10 0,0-2 0,-3-12 0,-2-5 0,1 21 0,-10-53 0,-4-14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51:53.8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1 199 24575,'2'-13'0,"12"-9"0,14-11 0,13-4 0,9 3 0,-2 9 0,1 8 0,-1 6 0,-2 5 0,-1 6 0,-9 9 0,-5 10 0,-5 10 0,-5 5 0,-5-3 0,-5-3 0,-5 0 0,-13 8 0,-16 14 0,-20 14 0,-7-1 0,-5 4 0,-7 5 0,1-3 0,1-1 0,16-20 0,22-23 0,28-23 0,23-19 0,24-17 0,17-9 0,4-1 0,6 4 0,0 4 0,2 8 0,2 8 0,-6 8 0,-6 5 0,-12 7 0,-10 8 0,-10 10 0,-6 14 0,-4 12 0,-5 14 0,-6 6 0,-9 3 0,-5 0 0,-5-4 0,-5-1 0,-12-3 0,-11-3 0,-13-6 0,-9-5 0,-9-10 0,-10-7 0,-8-8 0,-1-8 0,-1-6 0,7-7 0,7-9 0,7-8 0,9-5 0,7 1 0,13 7 0,12 8 0,9 4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52:02.6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609 0 24575,'0'50'0,"0"20"0,-1-17 0,0 6 0,-3 15 0,-1 5 0,-3 11 0,-2 1 0,-1 1 0,-1-1 0,-1-3 0,-1-2 0,2-11 0,1-4 0,0-13 0,1-4 0,-5 28 0,3-48 0,3-43 0,5-54 0,1 4 0,2-8 0,0-16 0,1-5 0,1-8 0,0-2 0,2 2 0,2 3 0,2 10 0,1 5 0,2 10 0,1 6 0,11-33 0,-3 34 0,-6 24 0,-4 19 0,-3 9 0,1 7 0,4 4 0,3 17 0,4 27 0,7 30 0,-8-23 0,0 2 0,3 6 0,1 1 0,3 0 0,1-1 0,2 1 0,3-2 0,-1-4 0,1-2 0,2-3 0,2-2 0,-2-3 0,1-2 0,28 29 0,-5-15 0,-11-15 0,-9-12 0,-14-12 0,-6-5 0,-9-6 0,-14-3 0,-24-5 0,-39-16 0,15 2 0,-4-2 0,-13-3 0,-2 0 0,-7 0 0,-2 3 0,-2 3 0,1 4 0,5 4 0,2 2 0,8 1 0,3 3 0,10 1 0,5 2 0,-22 8 0,28 4 0,22-1 0,19-4 0,27-4 0,33-5 0,31-6 0,-28-6 0,3-5 0,7-6 0,2-3 0,8-6 0,0-2 0,2-1 0,-1 0 0,-1 5 0,0 2 0,-3 4 0,-2 4 0,-7 4 0,-3 4 0,-7 4 0,-3 1 0,28 2 0,-27 3 0,-28 0 0,-12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52:02.6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24575,'0'54'0,"0"15"0,2-18 0,1 4 0,2 8 0,3 3 0,3 5 0,3 2 0,4 9 0,1 1 0,-1-10 0,0-2 0,-3-12 0,-2-5 0,1 21 0,-10-53 0,-4-14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52:02.6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1 199 24575,'2'-13'0,"12"-9"0,14-11 0,13-4 0,9 3 0,-2 9 0,1 8 0,-1 6 0,-2 5 0,-1 6 0,-9 9 0,-5 10 0,-5 10 0,-5 5 0,-5-3 0,-5-3 0,-5 0 0,-13 8 0,-16 14 0,-20 14 0,-7-1 0,-5 4 0,-7 5 0,1-3 0,1-1 0,16-20 0,22-23 0,28-23 0,23-19 0,24-17 0,17-9 0,4-1 0,6 4 0,0 4 0,2 8 0,2 8 0,-6 8 0,-6 5 0,-12 7 0,-10 8 0,-10 10 0,-6 14 0,-4 12 0,-5 14 0,-6 6 0,-9 3 0,-5 0 0,-5-4 0,-5-1 0,-12-3 0,-11-3 0,-13-6 0,-9-5 0,-9-10 0,-10-7 0,-8-8 0,-1-8 0,-1-6 0,7-7 0,7-9 0,7-8 0,9-5 0,7 1 0,13 7 0,12 8 0,9 4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12:54:08.145"/>
    </inkml:context>
    <inkml:brush xml:id="br0">
      <inkml:brushProperty name="width" value="0.5" units="cm"/>
      <inkml:brushProperty name="height" value="1" units="cm"/>
      <inkml:brushProperty name="color" value="#00B44B"/>
      <inkml:brushProperty name="tip" value="rectangle"/>
      <inkml:brushProperty name="rasterOp" value="maskPen"/>
    </inkml:brush>
  </inkml:definitions>
  <inkml:trace contextRef="#ctx0" brushRef="#br0">2064 1,'-63'0,"0"0,5 0,5 0,-10 0,12 0,9 0,6 0,-4 0,-4 0,-5 0,-4 0,-4 0,3 0,0 0,5 0,2 0,0 0,0 0,0 0,0 0,1 0,0 0,-1 0,5 0,1 0,6 0,3 0,3 0,0 0,-1 0,0 0,-4 0,-1 0,-3 0,-3 0,1 0,-1 0,3 0,3 0,5 0,2 0,3 0,0 0,-4 0,4 0,-2 0,-7 2,15 0,-12 6,13 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12:54:17.845"/>
    </inkml:context>
    <inkml:brush xml:id="br0">
      <inkml:brushProperty name="width" value="0.5" units="cm"/>
      <inkml:brushProperty name="height" value="1" units="cm"/>
      <inkml:brushProperty name="color" value="#00B44B"/>
      <inkml:brushProperty name="tip" value="rectangle"/>
      <inkml:brushProperty name="rasterOp" value="maskPen"/>
    </inkml:brush>
  </inkml:definitions>
  <inkml:trace contextRef="#ctx0" brushRef="#br0">1976 10,'-74'0,"7"0,29 0,-2 0,-3 0,-4 0,0 0,1 0,5 0,3 0,3 0,3 0,-2 0,-1 0,-3 0,-2 0,0 0,-4 0,-2 0,-5 0,1 0,0 0,4 0,2 0,1 0,3-2,-1-1,3 1,0-1,3 3,2 0,-1 0,2 0,-1 0,2 0,2 0,2 0,1 0,0 0,2 0,-15 0,10 0,-12 0,10 0,1 0,2 0,4 0,-3 0,0 0,-4 0,8 0,-5 0,7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12:54:25.578"/>
    </inkml:context>
    <inkml:brush xml:id="br0">
      <inkml:brushProperty name="width" value="0.5" units="cm"/>
      <inkml:brushProperty name="height" value="1" units="cm"/>
      <inkml:brushProperty name="color" value="#00B44B"/>
      <inkml:brushProperty name="tip" value="rectangle"/>
      <inkml:brushProperty name="rasterOp" value="maskPen"/>
    </inkml:brush>
  </inkml:definitions>
  <inkml:trace contextRef="#ctx0" brushRef="#br0">2306 12,'-64'0,"1"0,0 0,4 0,-34 0,10 0,9 0,8 0,8 0,-7 0,-2 0,-1 0,-2 0,7-3,3 0,3 0,4 1,6 2,4 0,5 0,2 0,1 0,-1 0,-1 0,-2 0,0 0,1 0,3 0,2 0,0 0,0 0,0 0,0 0,0 2,1 1,0-1,2 1,0-1,1 0,1 0,2 0,-3-2,5 4,-4-3,1 7,2-7,-6 3,11-2,-9 0,2 1,2-2,-5 0,3-1,-2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3E195-4738-B68C-040C-076842523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824DE-8297-29C9-202B-03973959C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C52ED-00E5-B270-F57B-041FF9090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B9EC-78CD-7E4B-9418-4403572857D1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E04A8-B872-6E8E-23F5-2EEAA7BBB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7A81E-0238-8D0A-1150-8D3DA767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D9F3-B5C7-F142-A0F7-234505CD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20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9DC84-A4EA-A74A-5029-5A13B993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64452-58AC-737C-CAAF-4067FC02D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15D7-8F6D-71C1-4B64-BC766EA90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B9EC-78CD-7E4B-9418-4403572857D1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102F9-DB31-1B88-B596-8E81A6ED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1B785-E990-B7B2-93B4-79BE41F08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D9F3-B5C7-F142-A0F7-234505CD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14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5DC6-950C-36C6-0FB6-2E5D529C1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802F8-8A7F-B01B-B211-EAD1245AA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6DCEE-6C7C-C409-0D17-70AE1AFD9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B9EC-78CD-7E4B-9418-4403572857D1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143C4-A6C3-9407-88AD-4CE6DCEB1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FF234-356C-8C21-390D-BE42ABE2D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D9F3-B5C7-F142-A0F7-234505CD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1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2A939-C551-1F96-0E5F-F7C280DCC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A7E89-F8DB-CBC9-5816-8BD4277023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9788F-18CF-EC64-DF7C-AE1913B00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DB520-862F-A2BB-35AE-B43F8B01D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B9EC-78CD-7E4B-9418-4403572857D1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A4662-5851-874D-20CF-81C04841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1DBB0-E395-270C-287D-7F716A97F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D9F3-B5C7-F142-A0F7-234505CD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03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2DDEB-B71B-B9D3-87F4-461F9AA2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EE7C2-A95E-4A2A-3DCC-EAA80CAAA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F8566-6661-2DD0-A7B2-973B0083B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637630-E3C2-DB44-9D03-0FF47FFF1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A65098-D9B7-C3F4-1FC3-091E643846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2A272B-6631-EECD-8251-A9140698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B9EC-78CD-7E4B-9418-4403572857D1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4EEA0F-E47A-C271-3CC0-68DB6160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0C4F1F-6441-45A9-9990-536B95EA1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D9F3-B5C7-F142-A0F7-234505CD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91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7E753-BDC9-1ABC-44A7-E07B97EA6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C76E0-5D95-D2A6-2402-1E13FEE5A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B9EC-78CD-7E4B-9418-4403572857D1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C0A79-CD4E-2220-57FF-7A326086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EBF22-E3AC-7EC4-FB65-56F368901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D9F3-B5C7-F142-A0F7-234505CD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7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0073-CCF6-64B7-FC4D-10967FBC9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B9EC-78CD-7E4B-9418-4403572857D1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E73CA2-0B51-EC85-96E3-05FE8AF60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5BF00-57B4-98D8-F556-14E0FFA47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D9F3-B5C7-F142-A0F7-234505CD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62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D915D-EC3B-69CA-9E6E-01E29AC03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EB90A-89C1-AE7A-9B6C-D2F427B09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6DB5B-2573-18B9-E071-77D871355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7E910-6225-813B-FCAE-528DC6CBE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B9EC-78CD-7E4B-9418-4403572857D1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38EAC-D95E-76DE-B86E-E5A11484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BADE41-A8CD-72F4-F865-DE6672898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D9F3-B5C7-F142-A0F7-234505CD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01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8F42-18E4-51BA-8207-8E1E93E6F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ECBF8D-7D20-48F1-B80E-2691E7597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1CFE1-D97B-6B14-629D-233F05643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3FC8B-A2AD-EC75-DAF3-EEED842A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B9EC-78CD-7E4B-9418-4403572857D1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203D0-2A39-FF35-A764-B5210ECC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173C6-D556-A22E-7156-A89762489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D9F3-B5C7-F142-A0F7-234505CD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13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3A116-841C-E132-2A7E-740C5278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8A235-A4EB-2EFC-B1C4-F5772967C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28872-2A86-F770-CB1B-78C5251C3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B9EC-78CD-7E4B-9418-4403572857D1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285C4-1F57-C5CC-3C08-D7B9D7A98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3DD46-2566-5765-812C-8D16DB3F5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D9F3-B5C7-F142-A0F7-234505CD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2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5293F4-47D4-F29D-E68F-8B2A35677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D0B3D-8313-F179-A2D2-1489C899E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DD197-EA55-1FAD-2C54-28CC6E11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9B9EC-78CD-7E4B-9418-4403572857D1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B5386-D978-44C3-0D0B-197BC50A7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19A83-D99D-DDA4-CC3D-A6D2F1996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D9F3-B5C7-F142-A0F7-234505CD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387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8EE068-5E7A-E46D-993F-C39013D51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11EE3-4C8A-79BC-8293-038FD8D55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510C8-64DB-A9E1-C441-31DF00B62A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D9B9EC-78CD-7E4B-9418-4403572857D1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C1346-CA27-47FC-C92A-59547492A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0300E-DF42-C5FC-DA26-B0DF51D47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3D9F3-B5C7-F142-A0F7-234505CD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78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1.png"/><Relationship Id="rId3" Type="http://schemas.openxmlformats.org/officeDocument/2006/relationships/customXml" Target="../ink/ink1.xml"/><Relationship Id="rId21" Type="http://schemas.openxmlformats.org/officeDocument/2006/relationships/customXml" Target="../ink/ink11.xml"/><Relationship Id="rId34" Type="http://schemas.openxmlformats.org/officeDocument/2006/relationships/image" Target="../media/image15.png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4.xml"/><Relationship Id="rId33" Type="http://schemas.openxmlformats.org/officeDocument/2006/relationships/customXml" Target="../ink/ink18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customXml" Target="../ink/ink10.xml"/><Relationship Id="rId29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0.png"/><Relationship Id="rId32" Type="http://schemas.openxmlformats.org/officeDocument/2006/relationships/image" Target="../media/image14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3.xml"/><Relationship Id="rId28" Type="http://schemas.openxmlformats.org/officeDocument/2006/relationships/image" Target="../media/image12.png"/><Relationship Id="rId36" Type="http://schemas.openxmlformats.org/officeDocument/2006/relationships/image" Target="../media/image16.png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31" Type="http://schemas.openxmlformats.org/officeDocument/2006/relationships/customXml" Target="../ink/ink17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customXml" Target="../ink/ink12.xml"/><Relationship Id="rId27" Type="http://schemas.openxmlformats.org/officeDocument/2006/relationships/customXml" Target="../ink/ink15.xml"/><Relationship Id="rId30" Type="http://schemas.openxmlformats.org/officeDocument/2006/relationships/image" Target="../media/image13.png"/><Relationship Id="rId35" Type="http://schemas.openxmlformats.org/officeDocument/2006/relationships/customXml" Target="../ink/ink19.xml"/><Relationship Id="rId8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5.xml"/><Relationship Id="rId18" Type="http://schemas.openxmlformats.org/officeDocument/2006/relationships/image" Target="../media/image9.png"/><Relationship Id="rId26" Type="http://schemas.openxmlformats.org/officeDocument/2006/relationships/image" Target="../media/image11.png"/><Relationship Id="rId3" Type="http://schemas.openxmlformats.org/officeDocument/2006/relationships/customXml" Target="../ink/ink20.xml"/><Relationship Id="rId21" Type="http://schemas.openxmlformats.org/officeDocument/2006/relationships/customXml" Target="../ink/ink30.xml"/><Relationship Id="rId34" Type="http://schemas.openxmlformats.org/officeDocument/2006/relationships/image" Target="../media/image15.png"/><Relationship Id="rId7" Type="http://schemas.openxmlformats.org/officeDocument/2006/relationships/customXml" Target="../ink/ink22.xml"/><Relationship Id="rId12" Type="http://schemas.openxmlformats.org/officeDocument/2006/relationships/image" Target="../media/image6.png"/><Relationship Id="rId17" Type="http://schemas.openxmlformats.org/officeDocument/2006/relationships/customXml" Target="../ink/ink27.xml"/><Relationship Id="rId25" Type="http://schemas.openxmlformats.org/officeDocument/2006/relationships/customXml" Target="../ink/ink33.xml"/><Relationship Id="rId33" Type="http://schemas.openxmlformats.org/officeDocument/2006/relationships/customXml" Target="../ink/ink37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customXml" Target="../ink/ink29.xml"/><Relationship Id="rId29" Type="http://schemas.openxmlformats.org/officeDocument/2006/relationships/customXml" Target="../ink/ink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24.xml"/><Relationship Id="rId24" Type="http://schemas.openxmlformats.org/officeDocument/2006/relationships/image" Target="../media/image10.png"/><Relationship Id="rId32" Type="http://schemas.openxmlformats.org/officeDocument/2006/relationships/image" Target="../media/image14.png"/><Relationship Id="rId5" Type="http://schemas.openxmlformats.org/officeDocument/2006/relationships/customXml" Target="../ink/ink21.xml"/><Relationship Id="rId15" Type="http://schemas.openxmlformats.org/officeDocument/2006/relationships/customXml" Target="../ink/ink26.xml"/><Relationship Id="rId23" Type="http://schemas.openxmlformats.org/officeDocument/2006/relationships/customXml" Target="../ink/ink32.xml"/><Relationship Id="rId28" Type="http://schemas.openxmlformats.org/officeDocument/2006/relationships/image" Target="../media/image12.png"/><Relationship Id="rId36" Type="http://schemas.openxmlformats.org/officeDocument/2006/relationships/image" Target="../media/image16.png"/><Relationship Id="rId10" Type="http://schemas.openxmlformats.org/officeDocument/2006/relationships/image" Target="../media/image5.png"/><Relationship Id="rId19" Type="http://schemas.openxmlformats.org/officeDocument/2006/relationships/customXml" Target="../ink/ink28.xml"/><Relationship Id="rId31" Type="http://schemas.openxmlformats.org/officeDocument/2006/relationships/customXml" Target="../ink/ink36.xml"/><Relationship Id="rId4" Type="http://schemas.openxmlformats.org/officeDocument/2006/relationships/image" Target="../media/image2.png"/><Relationship Id="rId9" Type="http://schemas.openxmlformats.org/officeDocument/2006/relationships/customXml" Target="../ink/ink23.xml"/><Relationship Id="rId14" Type="http://schemas.openxmlformats.org/officeDocument/2006/relationships/image" Target="../media/image7.png"/><Relationship Id="rId22" Type="http://schemas.openxmlformats.org/officeDocument/2006/relationships/customXml" Target="../ink/ink31.xml"/><Relationship Id="rId27" Type="http://schemas.openxmlformats.org/officeDocument/2006/relationships/customXml" Target="../ink/ink34.xml"/><Relationship Id="rId30" Type="http://schemas.openxmlformats.org/officeDocument/2006/relationships/image" Target="../media/image13.png"/><Relationship Id="rId35" Type="http://schemas.openxmlformats.org/officeDocument/2006/relationships/customXml" Target="../ink/ink38.xml"/><Relationship Id="rId8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4.xml"/><Relationship Id="rId18" Type="http://schemas.openxmlformats.org/officeDocument/2006/relationships/image" Target="../media/image9.png"/><Relationship Id="rId26" Type="http://schemas.openxmlformats.org/officeDocument/2006/relationships/image" Target="../media/image11.png"/><Relationship Id="rId3" Type="http://schemas.openxmlformats.org/officeDocument/2006/relationships/customXml" Target="../ink/ink39.xml"/><Relationship Id="rId21" Type="http://schemas.openxmlformats.org/officeDocument/2006/relationships/customXml" Target="../ink/ink49.xml"/><Relationship Id="rId34" Type="http://schemas.openxmlformats.org/officeDocument/2006/relationships/image" Target="../media/image15.png"/><Relationship Id="rId7" Type="http://schemas.openxmlformats.org/officeDocument/2006/relationships/customXml" Target="../ink/ink41.xml"/><Relationship Id="rId12" Type="http://schemas.openxmlformats.org/officeDocument/2006/relationships/image" Target="../media/image6.png"/><Relationship Id="rId17" Type="http://schemas.openxmlformats.org/officeDocument/2006/relationships/customXml" Target="../ink/ink46.xml"/><Relationship Id="rId25" Type="http://schemas.openxmlformats.org/officeDocument/2006/relationships/customXml" Target="../ink/ink52.xml"/><Relationship Id="rId33" Type="http://schemas.openxmlformats.org/officeDocument/2006/relationships/customXml" Target="../ink/ink56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customXml" Target="../ink/ink48.xml"/><Relationship Id="rId29" Type="http://schemas.openxmlformats.org/officeDocument/2006/relationships/customXml" Target="../ink/ink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43.xml"/><Relationship Id="rId24" Type="http://schemas.openxmlformats.org/officeDocument/2006/relationships/image" Target="../media/image10.png"/><Relationship Id="rId32" Type="http://schemas.openxmlformats.org/officeDocument/2006/relationships/image" Target="../media/image14.png"/><Relationship Id="rId5" Type="http://schemas.openxmlformats.org/officeDocument/2006/relationships/customXml" Target="../ink/ink40.xml"/><Relationship Id="rId15" Type="http://schemas.openxmlformats.org/officeDocument/2006/relationships/customXml" Target="../ink/ink45.xml"/><Relationship Id="rId23" Type="http://schemas.openxmlformats.org/officeDocument/2006/relationships/customXml" Target="../ink/ink51.xml"/><Relationship Id="rId28" Type="http://schemas.openxmlformats.org/officeDocument/2006/relationships/image" Target="../media/image12.png"/><Relationship Id="rId36" Type="http://schemas.openxmlformats.org/officeDocument/2006/relationships/image" Target="../media/image16.png"/><Relationship Id="rId10" Type="http://schemas.openxmlformats.org/officeDocument/2006/relationships/image" Target="../media/image5.png"/><Relationship Id="rId19" Type="http://schemas.openxmlformats.org/officeDocument/2006/relationships/customXml" Target="../ink/ink47.xml"/><Relationship Id="rId31" Type="http://schemas.openxmlformats.org/officeDocument/2006/relationships/customXml" Target="../ink/ink55.xml"/><Relationship Id="rId4" Type="http://schemas.openxmlformats.org/officeDocument/2006/relationships/image" Target="../media/image2.png"/><Relationship Id="rId9" Type="http://schemas.openxmlformats.org/officeDocument/2006/relationships/customXml" Target="../ink/ink42.xml"/><Relationship Id="rId14" Type="http://schemas.openxmlformats.org/officeDocument/2006/relationships/image" Target="../media/image7.png"/><Relationship Id="rId22" Type="http://schemas.openxmlformats.org/officeDocument/2006/relationships/customXml" Target="../ink/ink50.xml"/><Relationship Id="rId27" Type="http://schemas.openxmlformats.org/officeDocument/2006/relationships/customXml" Target="../ink/ink53.xml"/><Relationship Id="rId30" Type="http://schemas.openxmlformats.org/officeDocument/2006/relationships/image" Target="../media/image13.png"/><Relationship Id="rId35" Type="http://schemas.openxmlformats.org/officeDocument/2006/relationships/customXml" Target="../ink/ink57.xml"/><Relationship Id="rId8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65.xml"/><Relationship Id="rId18" Type="http://schemas.openxmlformats.org/officeDocument/2006/relationships/image" Target="../media/image24.png"/><Relationship Id="rId3" Type="http://schemas.openxmlformats.org/officeDocument/2006/relationships/image" Target="../media/image18.png"/><Relationship Id="rId21" Type="http://schemas.openxmlformats.org/officeDocument/2006/relationships/customXml" Target="../ink/ink70.xml"/><Relationship Id="rId7" Type="http://schemas.openxmlformats.org/officeDocument/2006/relationships/customXml" Target="../ink/ink62.xml"/><Relationship Id="rId12" Type="http://schemas.openxmlformats.org/officeDocument/2006/relationships/image" Target="../media/image21.png"/><Relationship Id="rId17" Type="http://schemas.openxmlformats.org/officeDocument/2006/relationships/customXml" Target="../ink/ink67.xml"/><Relationship Id="rId2" Type="http://schemas.openxmlformats.org/officeDocument/2006/relationships/customXml" Target="../ink/ink58.xml"/><Relationship Id="rId16" Type="http://schemas.openxmlformats.org/officeDocument/2006/relationships/image" Target="../media/image23.png"/><Relationship Id="rId20" Type="http://schemas.openxmlformats.org/officeDocument/2006/relationships/customXml" Target="../ink/ink6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1.xml"/><Relationship Id="rId11" Type="http://schemas.openxmlformats.org/officeDocument/2006/relationships/customXml" Target="../ink/ink64.xml"/><Relationship Id="rId5" Type="http://schemas.openxmlformats.org/officeDocument/2006/relationships/customXml" Target="../ink/ink60.xml"/><Relationship Id="rId15" Type="http://schemas.openxmlformats.org/officeDocument/2006/relationships/customXml" Target="../ink/ink66.xml"/><Relationship Id="rId10" Type="http://schemas.openxmlformats.org/officeDocument/2006/relationships/image" Target="../media/image20.png"/><Relationship Id="rId19" Type="http://schemas.openxmlformats.org/officeDocument/2006/relationships/customXml" Target="../ink/ink68.xml"/><Relationship Id="rId4" Type="http://schemas.openxmlformats.org/officeDocument/2006/relationships/customXml" Target="../ink/ink59.xml"/><Relationship Id="rId9" Type="http://schemas.openxmlformats.org/officeDocument/2006/relationships/customXml" Target="../ink/ink63.xml"/><Relationship Id="rId1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74.xml"/><Relationship Id="rId13" Type="http://schemas.openxmlformats.org/officeDocument/2006/relationships/customXml" Target="../ink/ink77.xml"/><Relationship Id="rId18" Type="http://schemas.openxmlformats.org/officeDocument/2006/relationships/customXml" Target="../ink/ink80.xml"/><Relationship Id="rId3" Type="http://schemas.openxmlformats.org/officeDocument/2006/relationships/customXml" Target="../ink/ink71.xml"/><Relationship Id="rId21" Type="http://schemas.openxmlformats.org/officeDocument/2006/relationships/image" Target="../media/image24.png"/><Relationship Id="rId7" Type="http://schemas.openxmlformats.org/officeDocument/2006/relationships/image" Target="../media/image19.png"/><Relationship Id="rId12" Type="http://schemas.openxmlformats.org/officeDocument/2006/relationships/customXml" Target="../ink/ink76.xml"/><Relationship Id="rId17" Type="http://schemas.openxmlformats.org/officeDocument/2006/relationships/image" Target="../media/image22.png"/><Relationship Id="rId2" Type="http://schemas.openxmlformats.org/officeDocument/2006/relationships/image" Target="../media/image25.png"/><Relationship Id="rId16" Type="http://schemas.openxmlformats.org/officeDocument/2006/relationships/customXml" Target="../ink/ink79.xml"/><Relationship Id="rId20" Type="http://schemas.openxmlformats.org/officeDocument/2006/relationships/customXml" Target="../ink/ink8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3.xml"/><Relationship Id="rId11" Type="http://schemas.openxmlformats.org/officeDocument/2006/relationships/image" Target="../media/image21.png"/><Relationship Id="rId24" Type="http://schemas.openxmlformats.org/officeDocument/2006/relationships/customXml" Target="../ink/ink84.xml"/><Relationship Id="rId5" Type="http://schemas.openxmlformats.org/officeDocument/2006/relationships/customXml" Target="../ink/ink72.xml"/><Relationship Id="rId15" Type="http://schemas.openxmlformats.org/officeDocument/2006/relationships/image" Target="../media/image26.png"/><Relationship Id="rId23" Type="http://schemas.openxmlformats.org/officeDocument/2006/relationships/customXml" Target="../ink/ink83.xml"/><Relationship Id="rId10" Type="http://schemas.openxmlformats.org/officeDocument/2006/relationships/customXml" Target="../ink/ink75.xml"/><Relationship Id="rId19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Relationship Id="rId14" Type="http://schemas.openxmlformats.org/officeDocument/2006/relationships/customXml" Target="../ink/ink78.xml"/><Relationship Id="rId22" Type="http://schemas.openxmlformats.org/officeDocument/2006/relationships/customXml" Target="../ink/ink8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clustering-visualizer.web.app/kmean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customXml" Target="../ink/ink85.xml"/><Relationship Id="rId7" Type="http://schemas.openxmlformats.org/officeDocument/2006/relationships/customXml" Target="../ink/ink87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customXml" Target="../ink/ink86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2B465-D7F3-066D-72BA-FD6ADBCF24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Кластерный анализ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F3499-5DB6-92D5-0765-CB4D1E8582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9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E2ECB-45B8-8154-A8E4-0AD8D042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кластеризации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E6AE1-855B-9F6A-FD8C-E059F8E93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0942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Пусть у нас есть 2 признака и какое-то количество точек, распределенное по этому пространству</a:t>
            </a:r>
            <a:endParaRPr lang="en-US" dirty="0"/>
          </a:p>
        </p:txBody>
      </p:sp>
      <p:pic>
        <p:nvPicPr>
          <p:cNvPr id="4" name="Picture 3" descr="What is clustering? | Machine Learning | Google for Developers">
            <a:extLst>
              <a:ext uri="{FF2B5EF4-FFF2-40B4-BE49-F238E27FC236}">
                <a16:creationId xmlns:a16="http://schemas.microsoft.com/office/drawing/2014/main" id="{4529419B-475C-AFB5-7B2A-EF112960D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50" t="5648" r="47240" b="6817"/>
          <a:stretch>
            <a:fillRect/>
          </a:stretch>
        </p:blipFill>
        <p:spPr>
          <a:xfrm>
            <a:off x="838200" y="2622620"/>
            <a:ext cx="3643532" cy="367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52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A31F2-1CE3-9A18-D25E-05C5664F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89E6D-9C08-4AAC-EEC1-63626250E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кластеризации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3DCBB-E279-BBBF-0353-D54287B7D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0942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Сколько тут кластеров?</a:t>
            </a:r>
          </a:p>
          <a:p>
            <a:pPr marL="0" indent="0">
              <a:buNone/>
            </a:pPr>
            <a:r>
              <a:rPr lang="ru-RU" dirty="0"/>
              <a:t>2? 3? 4?</a:t>
            </a:r>
            <a:r>
              <a:rPr lang="en-US" dirty="0"/>
              <a:t> </a:t>
            </a:r>
            <a:r>
              <a:rPr lang="ru-RU" dirty="0"/>
              <a:t>Больше?</a:t>
            </a:r>
            <a:endParaRPr 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5F41784-DA00-8495-7C58-4D3B26016E7A}"/>
              </a:ext>
            </a:extLst>
          </p:cNvPr>
          <p:cNvGrpSpPr/>
          <p:nvPr/>
        </p:nvGrpSpPr>
        <p:grpSpPr>
          <a:xfrm>
            <a:off x="0" y="3741857"/>
            <a:ext cx="12192000" cy="3097200"/>
            <a:chOff x="0" y="3079763"/>
            <a:chExt cx="12192000" cy="3097200"/>
          </a:xfrm>
        </p:grpSpPr>
        <p:pic>
          <p:nvPicPr>
            <p:cNvPr id="4" name="Picture 3" descr="What is clustering? | Machine Learning | Google for Developers">
              <a:extLst>
                <a:ext uri="{FF2B5EF4-FFF2-40B4-BE49-F238E27FC236}">
                  <a16:creationId xmlns:a16="http://schemas.microsoft.com/office/drawing/2014/main" id="{2435400E-0D4D-4C38-0901-D288ADE8A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50" t="5648" r="47240" b="6817"/>
            <a:stretch>
              <a:fillRect/>
            </a:stretch>
          </p:blipFill>
          <p:spPr>
            <a:xfrm>
              <a:off x="0" y="3079763"/>
              <a:ext cx="3066752" cy="3097200"/>
            </a:xfrm>
            <a:prstGeom prst="rect">
              <a:avLst/>
            </a:prstGeom>
          </p:spPr>
        </p:pic>
        <p:pic>
          <p:nvPicPr>
            <p:cNvPr id="5" name="Picture 4" descr="What is clustering? | Machine Learning | Google for Developers">
              <a:extLst>
                <a:ext uri="{FF2B5EF4-FFF2-40B4-BE49-F238E27FC236}">
                  <a16:creationId xmlns:a16="http://schemas.microsoft.com/office/drawing/2014/main" id="{4A887F81-AD79-81CD-5DEC-BE4141717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50" t="5648" r="47240" b="6817"/>
            <a:stretch>
              <a:fillRect/>
            </a:stretch>
          </p:blipFill>
          <p:spPr>
            <a:xfrm>
              <a:off x="3062074" y="3079763"/>
              <a:ext cx="3066752" cy="3097200"/>
            </a:xfrm>
            <a:prstGeom prst="rect">
              <a:avLst/>
            </a:prstGeom>
          </p:spPr>
        </p:pic>
        <p:pic>
          <p:nvPicPr>
            <p:cNvPr id="6" name="Picture 5" descr="What is clustering? | Machine Learning | Google for Developers">
              <a:extLst>
                <a:ext uri="{FF2B5EF4-FFF2-40B4-BE49-F238E27FC236}">
                  <a16:creationId xmlns:a16="http://schemas.microsoft.com/office/drawing/2014/main" id="{75F91C05-5D80-16D5-99FE-4E4B45E80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50" t="5648" r="47240" b="6817"/>
            <a:stretch>
              <a:fillRect/>
            </a:stretch>
          </p:blipFill>
          <p:spPr>
            <a:xfrm>
              <a:off x="6091310" y="3079763"/>
              <a:ext cx="3066752" cy="3097200"/>
            </a:xfrm>
            <a:prstGeom prst="rect">
              <a:avLst/>
            </a:prstGeom>
          </p:spPr>
        </p:pic>
        <p:pic>
          <p:nvPicPr>
            <p:cNvPr id="30" name="Picture 29" descr="What is clustering? | Machine Learning | Google for Developers">
              <a:extLst>
                <a:ext uri="{FF2B5EF4-FFF2-40B4-BE49-F238E27FC236}">
                  <a16:creationId xmlns:a16="http://schemas.microsoft.com/office/drawing/2014/main" id="{0AD551F0-4D0F-93B1-75CD-AE0049ABA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50" t="5648" r="47240" b="6817"/>
            <a:stretch>
              <a:fillRect/>
            </a:stretch>
          </p:blipFill>
          <p:spPr>
            <a:xfrm>
              <a:off x="9125248" y="3079763"/>
              <a:ext cx="3066752" cy="30972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3B1A6ED-1ED7-B6F3-97C9-72899A8A4EF8}"/>
                    </a:ext>
                  </a:extLst>
                </p14:cNvPr>
                <p14:cNvContentPartPr/>
                <p14:nvPr/>
              </p14:nvContentPartPr>
              <p14:xfrm>
                <a:off x="1414524" y="3227877"/>
                <a:ext cx="1212120" cy="1019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3B1A6ED-1ED7-B6F3-97C9-72899A8A4EF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60884" y="3119877"/>
                  <a:ext cx="1319760" cy="12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EDB9151-5860-D0FE-CEA6-858B92272F92}"/>
                    </a:ext>
                  </a:extLst>
                </p14:cNvPr>
                <p14:cNvContentPartPr/>
                <p14:nvPr/>
              </p14:nvContentPartPr>
              <p14:xfrm>
                <a:off x="1678764" y="3745557"/>
                <a:ext cx="1233720" cy="1132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EDB9151-5860-D0FE-CEA6-858B92272F9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25124" y="3637917"/>
                  <a:ext cx="1341360" cy="13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5344127-79F8-26BA-1D37-8A7C7C2E870E}"/>
                    </a:ext>
                  </a:extLst>
                </p14:cNvPr>
                <p14:cNvContentPartPr/>
                <p14:nvPr/>
              </p14:nvContentPartPr>
              <p14:xfrm>
                <a:off x="2513244" y="4065957"/>
                <a:ext cx="378720" cy="798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5344127-79F8-26BA-1D37-8A7C7C2E870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59604" y="3957957"/>
                  <a:ext cx="486360" cy="10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5E5EAF3-7F38-3AF4-B66E-15BBF6406BCB}"/>
                    </a:ext>
                  </a:extLst>
                </p14:cNvPr>
                <p14:cNvContentPartPr/>
                <p14:nvPr/>
              </p14:nvContentPartPr>
              <p14:xfrm>
                <a:off x="235164" y="3712437"/>
                <a:ext cx="1709640" cy="2074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5E5EAF3-7F38-3AF4-B66E-15BBF6406BC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1164" y="3604437"/>
                  <a:ext cx="1817280" cy="22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6FDBE67-92A0-9981-2004-7954AE214D50}"/>
                    </a:ext>
                  </a:extLst>
                </p14:cNvPr>
                <p14:cNvContentPartPr/>
                <p14:nvPr/>
              </p14:nvContentPartPr>
              <p14:xfrm>
                <a:off x="1364484" y="4753917"/>
                <a:ext cx="163800" cy="99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6FDBE67-92A0-9981-2004-7954AE214D5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10844" y="4646277"/>
                  <a:ext cx="2714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96E41A4-F537-5446-0CE8-CEF5E0517BAF}"/>
                    </a:ext>
                  </a:extLst>
                </p14:cNvPr>
                <p14:cNvContentPartPr/>
                <p14:nvPr/>
              </p14:nvContentPartPr>
              <p14:xfrm>
                <a:off x="3361044" y="3673917"/>
                <a:ext cx="1057320" cy="1136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96E41A4-F537-5446-0CE8-CEF5E0517BA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07044" y="3565917"/>
                  <a:ext cx="1164960" cy="13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FB0DB2E-1F3D-39F8-C2AE-51D51B2A8C18}"/>
                    </a:ext>
                  </a:extLst>
                </p14:cNvPr>
                <p14:cNvContentPartPr/>
                <p14:nvPr/>
              </p14:nvContentPartPr>
              <p14:xfrm>
                <a:off x="3359964" y="4550157"/>
                <a:ext cx="1620720" cy="1280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FB0DB2E-1F3D-39F8-C2AE-51D51B2A8C1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06324" y="4442157"/>
                  <a:ext cx="1728360" cy="14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C36CB45-0C4E-2FD9-E617-8740C399E02B}"/>
                    </a:ext>
                  </a:extLst>
                </p14:cNvPr>
                <p14:cNvContentPartPr/>
                <p14:nvPr/>
              </p14:nvContentPartPr>
              <p14:xfrm>
                <a:off x="4437084" y="4636917"/>
                <a:ext cx="609840" cy="452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C36CB45-0C4E-2FD9-E617-8740C399E02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83084" y="4529277"/>
                  <a:ext cx="71748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57B9730-AD41-2CB2-9813-7F37BF9C5205}"/>
                    </a:ext>
                  </a:extLst>
                </p14:cNvPr>
                <p14:cNvContentPartPr/>
                <p14:nvPr/>
              </p14:nvContentPartPr>
              <p14:xfrm>
                <a:off x="4776689" y="3729853"/>
                <a:ext cx="1233720" cy="1132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57B9730-AD41-2CB2-9813-7F37BF9C520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23049" y="3622213"/>
                  <a:ext cx="1341360" cy="13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78BD57A-E9F1-038D-6272-2FB3AC40BF04}"/>
                    </a:ext>
                  </a:extLst>
                </p14:cNvPr>
                <p14:cNvContentPartPr/>
                <p14:nvPr/>
              </p14:nvContentPartPr>
              <p14:xfrm>
                <a:off x="4512022" y="3259717"/>
                <a:ext cx="1212120" cy="1019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78BD57A-E9F1-038D-6272-2FB3AC40BF0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58382" y="3151717"/>
                  <a:ext cx="1319760" cy="12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1A0341F-727A-B118-0023-115DD18B36F0}"/>
                    </a:ext>
                  </a:extLst>
                </p14:cNvPr>
                <p14:cNvContentPartPr/>
                <p14:nvPr/>
              </p14:nvContentPartPr>
              <p14:xfrm>
                <a:off x="7773111" y="3756899"/>
                <a:ext cx="1233720" cy="1132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1A0341F-727A-B118-0023-115DD18B36F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19471" y="3649259"/>
                  <a:ext cx="1341360" cy="13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77FCE37-499B-9ECF-C114-3A90BD0F787A}"/>
                    </a:ext>
                  </a:extLst>
                </p14:cNvPr>
                <p14:cNvContentPartPr/>
                <p14:nvPr/>
              </p14:nvContentPartPr>
              <p14:xfrm>
                <a:off x="7508444" y="3286763"/>
                <a:ext cx="1212120" cy="1019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77FCE37-499B-9ECF-C114-3A90BD0F787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54804" y="3178763"/>
                  <a:ext cx="1319760" cy="12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86F1D33-72B6-ED7B-0F2B-C1F8930352DD}"/>
                    </a:ext>
                  </a:extLst>
                </p14:cNvPr>
                <p14:cNvContentPartPr/>
                <p14:nvPr/>
              </p14:nvContentPartPr>
              <p14:xfrm>
                <a:off x="10525404" y="3318237"/>
                <a:ext cx="1523520" cy="1247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86F1D33-72B6-ED7B-0F2B-C1F8930352D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471764" y="3210237"/>
                  <a:ext cx="1631160" cy="14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8F02C93-EB6F-5A67-A4B8-E14CC738228E}"/>
                    </a:ext>
                  </a:extLst>
                </p14:cNvPr>
                <p14:cNvContentPartPr/>
                <p14:nvPr/>
              </p14:nvContentPartPr>
              <p14:xfrm>
                <a:off x="6393493" y="3712437"/>
                <a:ext cx="1447560" cy="1754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8F02C93-EB6F-5A67-A4B8-E14CC738228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339493" y="3604437"/>
                  <a:ext cx="1555200" cy="19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A1CE3A1-DBDE-EDAC-E783-B27230EB57E6}"/>
                    </a:ext>
                  </a:extLst>
                </p14:cNvPr>
                <p14:cNvContentPartPr/>
                <p14:nvPr/>
              </p14:nvContentPartPr>
              <p14:xfrm>
                <a:off x="7870044" y="4918077"/>
                <a:ext cx="9036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A1CE3A1-DBDE-EDAC-E783-B27230EB57E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816404" y="4810077"/>
                  <a:ext cx="198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C3904BF-8F84-318C-5A04-E4A021E9EF3E}"/>
                    </a:ext>
                  </a:extLst>
                </p14:cNvPr>
                <p14:cNvContentPartPr/>
                <p14:nvPr/>
              </p14:nvContentPartPr>
              <p14:xfrm>
                <a:off x="6967884" y="5071077"/>
                <a:ext cx="1153800" cy="788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C3904BF-8F84-318C-5A04-E4A021E9EF3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13884" y="4963437"/>
                  <a:ext cx="1261440" cy="10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A1CAF19-0F0C-A714-7ACB-8D16FFB9B900}"/>
                    </a:ext>
                  </a:extLst>
                </p14:cNvPr>
                <p14:cNvContentPartPr/>
                <p14:nvPr/>
              </p14:nvContentPartPr>
              <p14:xfrm>
                <a:off x="10023564" y="4830957"/>
                <a:ext cx="1616760" cy="959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A1CAF19-0F0C-A714-7ACB-8D16FFB9B90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69924" y="4723317"/>
                  <a:ext cx="1724400" cy="11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95D2A07-1F6C-65B6-D57B-6A7CA7FE7662}"/>
                    </a:ext>
                  </a:extLst>
                </p14:cNvPr>
                <p14:cNvContentPartPr/>
                <p14:nvPr/>
              </p14:nvContentPartPr>
              <p14:xfrm>
                <a:off x="9443964" y="3683637"/>
                <a:ext cx="906480" cy="1106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95D2A07-1F6C-65B6-D57B-6A7CA7FE766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389964" y="3575637"/>
                  <a:ext cx="1014120" cy="13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02E59EC-BC62-20D5-12C8-619CBC05C16C}"/>
                    </a:ext>
                  </a:extLst>
                </p14:cNvPr>
                <p14:cNvContentPartPr/>
                <p14:nvPr/>
              </p14:nvContentPartPr>
              <p14:xfrm>
                <a:off x="9483204" y="4440357"/>
                <a:ext cx="1170360" cy="995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02E59EC-BC62-20D5-12C8-619CBC05C16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429564" y="4332357"/>
                  <a:ext cx="1278000" cy="121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27936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458B-7702-AF4B-CBA2-44276842D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673FB-465D-1193-68A5-30BA07C34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кластеризации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6CD11-800C-A2E3-2A08-E6576AB45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0942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Разные методы кластеризации могут давать разные результаты. Какой из них </a:t>
            </a:r>
            <a:r>
              <a:rPr lang="ru-RU" b="1" dirty="0"/>
              <a:t>правильный</a:t>
            </a:r>
            <a:r>
              <a:rPr lang="ru-RU" dirty="0"/>
              <a:t>?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A006C64-9870-E888-9054-6CF25608EAB0}"/>
              </a:ext>
            </a:extLst>
          </p:cNvPr>
          <p:cNvGrpSpPr/>
          <p:nvPr/>
        </p:nvGrpSpPr>
        <p:grpSpPr>
          <a:xfrm>
            <a:off x="0" y="3741857"/>
            <a:ext cx="12192000" cy="3097200"/>
            <a:chOff x="0" y="3079763"/>
            <a:chExt cx="12192000" cy="3097200"/>
          </a:xfrm>
        </p:grpSpPr>
        <p:pic>
          <p:nvPicPr>
            <p:cNvPr id="4" name="Picture 3" descr="What is clustering? | Machine Learning | Google for Developers">
              <a:extLst>
                <a:ext uri="{FF2B5EF4-FFF2-40B4-BE49-F238E27FC236}">
                  <a16:creationId xmlns:a16="http://schemas.microsoft.com/office/drawing/2014/main" id="{0F57A37D-E052-5978-495C-AD8EAE527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50" t="5648" r="47240" b="6817"/>
            <a:stretch>
              <a:fillRect/>
            </a:stretch>
          </p:blipFill>
          <p:spPr>
            <a:xfrm>
              <a:off x="0" y="3079763"/>
              <a:ext cx="3066752" cy="3097200"/>
            </a:xfrm>
            <a:prstGeom prst="rect">
              <a:avLst/>
            </a:prstGeom>
          </p:spPr>
        </p:pic>
        <p:pic>
          <p:nvPicPr>
            <p:cNvPr id="5" name="Picture 4" descr="What is clustering? | Machine Learning | Google for Developers">
              <a:extLst>
                <a:ext uri="{FF2B5EF4-FFF2-40B4-BE49-F238E27FC236}">
                  <a16:creationId xmlns:a16="http://schemas.microsoft.com/office/drawing/2014/main" id="{A08EFA62-C729-0237-044E-9FCE4057A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50" t="5648" r="47240" b="6817"/>
            <a:stretch>
              <a:fillRect/>
            </a:stretch>
          </p:blipFill>
          <p:spPr>
            <a:xfrm>
              <a:off x="3062074" y="3079763"/>
              <a:ext cx="3066752" cy="3097200"/>
            </a:xfrm>
            <a:prstGeom prst="rect">
              <a:avLst/>
            </a:prstGeom>
          </p:spPr>
        </p:pic>
        <p:pic>
          <p:nvPicPr>
            <p:cNvPr id="6" name="Picture 5" descr="What is clustering? | Machine Learning | Google for Developers">
              <a:extLst>
                <a:ext uri="{FF2B5EF4-FFF2-40B4-BE49-F238E27FC236}">
                  <a16:creationId xmlns:a16="http://schemas.microsoft.com/office/drawing/2014/main" id="{795ED9EF-2096-4E1C-3C3A-63803B07D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50" t="5648" r="47240" b="6817"/>
            <a:stretch>
              <a:fillRect/>
            </a:stretch>
          </p:blipFill>
          <p:spPr>
            <a:xfrm>
              <a:off x="6091310" y="3079763"/>
              <a:ext cx="3066752" cy="3097200"/>
            </a:xfrm>
            <a:prstGeom prst="rect">
              <a:avLst/>
            </a:prstGeom>
          </p:spPr>
        </p:pic>
        <p:pic>
          <p:nvPicPr>
            <p:cNvPr id="30" name="Picture 29" descr="What is clustering? | Machine Learning | Google for Developers">
              <a:extLst>
                <a:ext uri="{FF2B5EF4-FFF2-40B4-BE49-F238E27FC236}">
                  <a16:creationId xmlns:a16="http://schemas.microsoft.com/office/drawing/2014/main" id="{3AF7AFBE-30B4-4385-9877-5EA148354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50" t="5648" r="47240" b="6817"/>
            <a:stretch>
              <a:fillRect/>
            </a:stretch>
          </p:blipFill>
          <p:spPr>
            <a:xfrm>
              <a:off x="9125248" y="3079763"/>
              <a:ext cx="3066752" cy="30972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7301F10-834D-7C63-00F5-33ACFCF0A88D}"/>
                    </a:ext>
                  </a:extLst>
                </p14:cNvPr>
                <p14:cNvContentPartPr/>
                <p14:nvPr/>
              </p14:nvContentPartPr>
              <p14:xfrm>
                <a:off x="1414524" y="3227877"/>
                <a:ext cx="1212120" cy="1019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7301F10-834D-7C63-00F5-33ACFCF0A88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60884" y="3119877"/>
                  <a:ext cx="1319760" cy="12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85F55F-F3E3-D289-33B4-E9D8A6E1F394}"/>
                    </a:ext>
                  </a:extLst>
                </p14:cNvPr>
                <p14:cNvContentPartPr/>
                <p14:nvPr/>
              </p14:nvContentPartPr>
              <p14:xfrm>
                <a:off x="1678764" y="3745557"/>
                <a:ext cx="1233720" cy="1132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85F55F-F3E3-D289-33B4-E9D8A6E1F39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25124" y="3637917"/>
                  <a:ext cx="1341360" cy="13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BEE6D60-6D8A-964C-3EA9-FE14083684D6}"/>
                    </a:ext>
                  </a:extLst>
                </p14:cNvPr>
                <p14:cNvContentPartPr/>
                <p14:nvPr/>
              </p14:nvContentPartPr>
              <p14:xfrm>
                <a:off x="2513244" y="4065957"/>
                <a:ext cx="378720" cy="798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BEE6D60-6D8A-964C-3EA9-FE14083684D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59604" y="3957957"/>
                  <a:ext cx="486360" cy="10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9B609D5-9092-022F-5EE0-204C9BBF60D8}"/>
                    </a:ext>
                  </a:extLst>
                </p14:cNvPr>
                <p14:cNvContentPartPr/>
                <p14:nvPr/>
              </p14:nvContentPartPr>
              <p14:xfrm>
                <a:off x="235164" y="3712437"/>
                <a:ext cx="1709640" cy="2074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9B609D5-9092-022F-5EE0-204C9BBF60D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1164" y="3604437"/>
                  <a:ext cx="1817280" cy="22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4AF0FDA-459E-2D90-3225-F72EE1E60B20}"/>
                    </a:ext>
                  </a:extLst>
                </p14:cNvPr>
                <p14:cNvContentPartPr/>
                <p14:nvPr/>
              </p14:nvContentPartPr>
              <p14:xfrm>
                <a:off x="1364484" y="4753917"/>
                <a:ext cx="163800" cy="99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4AF0FDA-459E-2D90-3225-F72EE1E60B2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10844" y="4646277"/>
                  <a:ext cx="2714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D1297CA-89F6-9EE7-A6B3-6D35F55C537E}"/>
                    </a:ext>
                  </a:extLst>
                </p14:cNvPr>
                <p14:cNvContentPartPr/>
                <p14:nvPr/>
              </p14:nvContentPartPr>
              <p14:xfrm>
                <a:off x="3361044" y="3673917"/>
                <a:ext cx="1057320" cy="1136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D1297CA-89F6-9EE7-A6B3-6D35F55C537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07044" y="3565917"/>
                  <a:ext cx="1164960" cy="13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BDB95FD-9F83-1E82-2E8F-0ED8D3130D2E}"/>
                    </a:ext>
                  </a:extLst>
                </p14:cNvPr>
                <p14:cNvContentPartPr/>
                <p14:nvPr/>
              </p14:nvContentPartPr>
              <p14:xfrm>
                <a:off x="3359964" y="4550157"/>
                <a:ext cx="1620720" cy="1280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BDB95FD-9F83-1E82-2E8F-0ED8D3130D2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06324" y="4442157"/>
                  <a:ext cx="1728360" cy="14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BED3543-0978-3CA8-77B3-2E4AFF923CC9}"/>
                    </a:ext>
                  </a:extLst>
                </p14:cNvPr>
                <p14:cNvContentPartPr/>
                <p14:nvPr/>
              </p14:nvContentPartPr>
              <p14:xfrm>
                <a:off x="4437084" y="4636917"/>
                <a:ext cx="609840" cy="452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BED3543-0978-3CA8-77B3-2E4AFF923CC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83084" y="4529277"/>
                  <a:ext cx="71748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B3B7090-9360-EDEE-9936-C82820C37906}"/>
                    </a:ext>
                  </a:extLst>
                </p14:cNvPr>
                <p14:cNvContentPartPr/>
                <p14:nvPr/>
              </p14:nvContentPartPr>
              <p14:xfrm>
                <a:off x="4776689" y="3729853"/>
                <a:ext cx="1233720" cy="1132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B3B7090-9360-EDEE-9936-C82820C3790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23049" y="3622213"/>
                  <a:ext cx="1341360" cy="13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9F5BDBE-0B0D-8BED-8FC9-28BFA6B13F94}"/>
                    </a:ext>
                  </a:extLst>
                </p14:cNvPr>
                <p14:cNvContentPartPr/>
                <p14:nvPr/>
              </p14:nvContentPartPr>
              <p14:xfrm>
                <a:off x="4512022" y="3259717"/>
                <a:ext cx="1212120" cy="1019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9F5BDBE-0B0D-8BED-8FC9-28BFA6B13F9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58382" y="3151717"/>
                  <a:ext cx="1319760" cy="12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DCA9DFA-BC62-8DA4-8E36-1D9AFE3668E9}"/>
                    </a:ext>
                  </a:extLst>
                </p14:cNvPr>
                <p14:cNvContentPartPr/>
                <p14:nvPr/>
              </p14:nvContentPartPr>
              <p14:xfrm>
                <a:off x="7773111" y="3756899"/>
                <a:ext cx="1233720" cy="1132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DCA9DFA-BC62-8DA4-8E36-1D9AFE3668E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19471" y="3649259"/>
                  <a:ext cx="1341360" cy="13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31F4EBE-CB33-580A-4D8B-94251F8C3907}"/>
                    </a:ext>
                  </a:extLst>
                </p14:cNvPr>
                <p14:cNvContentPartPr/>
                <p14:nvPr/>
              </p14:nvContentPartPr>
              <p14:xfrm>
                <a:off x="7508444" y="3286763"/>
                <a:ext cx="1212120" cy="1019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31F4EBE-CB33-580A-4D8B-94251F8C390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54804" y="3178763"/>
                  <a:ext cx="1319760" cy="12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3BD13B0-8109-F916-BF6F-15584EADE63D}"/>
                    </a:ext>
                  </a:extLst>
                </p14:cNvPr>
                <p14:cNvContentPartPr/>
                <p14:nvPr/>
              </p14:nvContentPartPr>
              <p14:xfrm>
                <a:off x="10525404" y="3318237"/>
                <a:ext cx="1523520" cy="1247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3BD13B0-8109-F916-BF6F-15584EADE63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471764" y="3210237"/>
                  <a:ext cx="1631160" cy="14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C49DEDF-D5BA-777F-40A8-F488BD980671}"/>
                    </a:ext>
                  </a:extLst>
                </p14:cNvPr>
                <p14:cNvContentPartPr/>
                <p14:nvPr/>
              </p14:nvContentPartPr>
              <p14:xfrm>
                <a:off x="6393493" y="3712437"/>
                <a:ext cx="1447560" cy="1754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C49DEDF-D5BA-777F-40A8-F488BD98067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339493" y="3604437"/>
                  <a:ext cx="1555200" cy="19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19CC4D6-8A36-8ED1-87B0-8E2D4A12A446}"/>
                    </a:ext>
                  </a:extLst>
                </p14:cNvPr>
                <p14:cNvContentPartPr/>
                <p14:nvPr/>
              </p14:nvContentPartPr>
              <p14:xfrm>
                <a:off x="7870044" y="4918077"/>
                <a:ext cx="9036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19CC4D6-8A36-8ED1-87B0-8E2D4A12A44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816404" y="4810077"/>
                  <a:ext cx="198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748B681-81C8-6BCE-C4A2-F98EA6434E24}"/>
                    </a:ext>
                  </a:extLst>
                </p14:cNvPr>
                <p14:cNvContentPartPr/>
                <p14:nvPr/>
              </p14:nvContentPartPr>
              <p14:xfrm>
                <a:off x="6967884" y="5071077"/>
                <a:ext cx="1153800" cy="788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748B681-81C8-6BCE-C4A2-F98EA6434E2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13884" y="4963437"/>
                  <a:ext cx="1261440" cy="10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85C78E6-6CE5-9525-4663-FA37D77E5A15}"/>
                    </a:ext>
                  </a:extLst>
                </p14:cNvPr>
                <p14:cNvContentPartPr/>
                <p14:nvPr/>
              </p14:nvContentPartPr>
              <p14:xfrm>
                <a:off x="10023564" y="4830957"/>
                <a:ext cx="1616760" cy="959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5C78E6-6CE5-9525-4663-FA37D77E5A1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69924" y="4723317"/>
                  <a:ext cx="1724400" cy="11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091C8FE-4ABA-71A6-A5A2-77D308B7B9B0}"/>
                    </a:ext>
                  </a:extLst>
                </p14:cNvPr>
                <p14:cNvContentPartPr/>
                <p14:nvPr/>
              </p14:nvContentPartPr>
              <p14:xfrm>
                <a:off x="9443964" y="3683637"/>
                <a:ext cx="906480" cy="1106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091C8FE-4ABA-71A6-A5A2-77D308B7B9B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389964" y="3575637"/>
                  <a:ext cx="1014120" cy="13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2BE7B94-2ADB-C8C2-2719-BF6401A63F9A}"/>
                    </a:ext>
                  </a:extLst>
                </p14:cNvPr>
                <p14:cNvContentPartPr/>
                <p14:nvPr/>
              </p14:nvContentPartPr>
              <p14:xfrm>
                <a:off x="9483204" y="4440357"/>
                <a:ext cx="1170360" cy="995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2BE7B94-2ADB-C8C2-2719-BF6401A63F9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429564" y="4332357"/>
                  <a:ext cx="1278000" cy="121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54352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42C58-131B-848E-A765-DA03DAE30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BCB79-FEEF-81DF-AA96-7E491BA94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кластеризации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A8801-7C1F-9BF1-DA8D-2DDBB2BE1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0942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Кластерный анализ – это способ объединения данных в группы (кластеры) на основе их сходства. Основная задача: сгруппировать данные так, чтобы они были </a:t>
            </a:r>
            <a:r>
              <a:rPr lang="ru-RU" b="1" i="1" dirty="0"/>
              <a:t>похожи</a:t>
            </a:r>
            <a:r>
              <a:rPr lang="ru-RU" dirty="0"/>
              <a:t> между собой внутри кластера и непохожи на объекты из других кластеров. 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E11FFC6-F93E-373B-31F7-1D4B5E82546F}"/>
              </a:ext>
            </a:extLst>
          </p:cNvPr>
          <p:cNvGrpSpPr/>
          <p:nvPr/>
        </p:nvGrpSpPr>
        <p:grpSpPr>
          <a:xfrm>
            <a:off x="0" y="3741857"/>
            <a:ext cx="12192000" cy="3097200"/>
            <a:chOff x="0" y="3079763"/>
            <a:chExt cx="12192000" cy="3097200"/>
          </a:xfrm>
        </p:grpSpPr>
        <p:pic>
          <p:nvPicPr>
            <p:cNvPr id="4" name="Picture 3" descr="What is clustering? | Machine Learning | Google for Developers">
              <a:extLst>
                <a:ext uri="{FF2B5EF4-FFF2-40B4-BE49-F238E27FC236}">
                  <a16:creationId xmlns:a16="http://schemas.microsoft.com/office/drawing/2014/main" id="{A673A973-FBB8-7E09-20E2-241A415DD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50" t="5648" r="47240" b="6817"/>
            <a:stretch>
              <a:fillRect/>
            </a:stretch>
          </p:blipFill>
          <p:spPr>
            <a:xfrm>
              <a:off x="0" y="3079763"/>
              <a:ext cx="3066752" cy="3097200"/>
            </a:xfrm>
            <a:prstGeom prst="rect">
              <a:avLst/>
            </a:prstGeom>
          </p:spPr>
        </p:pic>
        <p:pic>
          <p:nvPicPr>
            <p:cNvPr id="5" name="Picture 4" descr="What is clustering? | Machine Learning | Google for Developers">
              <a:extLst>
                <a:ext uri="{FF2B5EF4-FFF2-40B4-BE49-F238E27FC236}">
                  <a16:creationId xmlns:a16="http://schemas.microsoft.com/office/drawing/2014/main" id="{691A258C-1C72-FF38-3AB4-09F9C6857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50" t="5648" r="47240" b="6817"/>
            <a:stretch>
              <a:fillRect/>
            </a:stretch>
          </p:blipFill>
          <p:spPr>
            <a:xfrm>
              <a:off x="3062074" y="3079763"/>
              <a:ext cx="3066752" cy="3097200"/>
            </a:xfrm>
            <a:prstGeom prst="rect">
              <a:avLst/>
            </a:prstGeom>
          </p:spPr>
        </p:pic>
        <p:pic>
          <p:nvPicPr>
            <p:cNvPr id="6" name="Picture 5" descr="What is clustering? | Machine Learning | Google for Developers">
              <a:extLst>
                <a:ext uri="{FF2B5EF4-FFF2-40B4-BE49-F238E27FC236}">
                  <a16:creationId xmlns:a16="http://schemas.microsoft.com/office/drawing/2014/main" id="{6127BCD0-6E76-B4FC-0B54-7A836423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50" t="5648" r="47240" b="6817"/>
            <a:stretch>
              <a:fillRect/>
            </a:stretch>
          </p:blipFill>
          <p:spPr>
            <a:xfrm>
              <a:off x="6091310" y="3079763"/>
              <a:ext cx="3066752" cy="3097200"/>
            </a:xfrm>
            <a:prstGeom prst="rect">
              <a:avLst/>
            </a:prstGeom>
          </p:spPr>
        </p:pic>
        <p:pic>
          <p:nvPicPr>
            <p:cNvPr id="30" name="Picture 29" descr="What is clustering? | Machine Learning | Google for Developers">
              <a:extLst>
                <a:ext uri="{FF2B5EF4-FFF2-40B4-BE49-F238E27FC236}">
                  <a16:creationId xmlns:a16="http://schemas.microsoft.com/office/drawing/2014/main" id="{E7CF2FB0-DD72-4908-9EBA-A70B3A7A8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50" t="5648" r="47240" b="6817"/>
            <a:stretch>
              <a:fillRect/>
            </a:stretch>
          </p:blipFill>
          <p:spPr>
            <a:xfrm>
              <a:off x="9125248" y="3079763"/>
              <a:ext cx="3066752" cy="30972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D50E4D9-B4C7-979C-5FD9-81A21F63B2CC}"/>
                    </a:ext>
                  </a:extLst>
                </p14:cNvPr>
                <p14:cNvContentPartPr/>
                <p14:nvPr/>
              </p14:nvContentPartPr>
              <p14:xfrm>
                <a:off x="1414524" y="3227877"/>
                <a:ext cx="1212120" cy="1019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D50E4D9-B4C7-979C-5FD9-81A21F63B2C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60884" y="3119877"/>
                  <a:ext cx="1319760" cy="12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F187AA8-4C5F-7CBC-991C-D6B28F7F70D9}"/>
                    </a:ext>
                  </a:extLst>
                </p14:cNvPr>
                <p14:cNvContentPartPr/>
                <p14:nvPr/>
              </p14:nvContentPartPr>
              <p14:xfrm>
                <a:off x="1678764" y="3745557"/>
                <a:ext cx="1233720" cy="1132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F187AA8-4C5F-7CBC-991C-D6B28F7F70D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25124" y="3637917"/>
                  <a:ext cx="1341360" cy="13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D1A7406-68A5-7156-2CF8-BAA202778CD0}"/>
                    </a:ext>
                  </a:extLst>
                </p14:cNvPr>
                <p14:cNvContentPartPr/>
                <p14:nvPr/>
              </p14:nvContentPartPr>
              <p14:xfrm>
                <a:off x="2513244" y="4065957"/>
                <a:ext cx="378720" cy="798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D1A7406-68A5-7156-2CF8-BAA202778CD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59604" y="3957957"/>
                  <a:ext cx="486360" cy="10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86D9979-48B2-3AA1-1095-867BA4A237A4}"/>
                    </a:ext>
                  </a:extLst>
                </p14:cNvPr>
                <p14:cNvContentPartPr/>
                <p14:nvPr/>
              </p14:nvContentPartPr>
              <p14:xfrm>
                <a:off x="235164" y="3712437"/>
                <a:ext cx="1709640" cy="2074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86D9979-48B2-3AA1-1095-867BA4A237A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1164" y="3604437"/>
                  <a:ext cx="1817280" cy="22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55CCC5F-1181-10AF-1D08-09A13B48ABDD}"/>
                    </a:ext>
                  </a:extLst>
                </p14:cNvPr>
                <p14:cNvContentPartPr/>
                <p14:nvPr/>
              </p14:nvContentPartPr>
              <p14:xfrm>
                <a:off x="1364484" y="4753917"/>
                <a:ext cx="163800" cy="99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55CCC5F-1181-10AF-1D08-09A13B48ABD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10844" y="4646277"/>
                  <a:ext cx="2714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60A3955-733C-0300-E49B-24E75719865C}"/>
                    </a:ext>
                  </a:extLst>
                </p14:cNvPr>
                <p14:cNvContentPartPr/>
                <p14:nvPr/>
              </p14:nvContentPartPr>
              <p14:xfrm>
                <a:off x="3361044" y="3673917"/>
                <a:ext cx="1057320" cy="1136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60A3955-733C-0300-E49B-24E75719865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07044" y="3565917"/>
                  <a:ext cx="1164960" cy="13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FB176C5-AA15-3C35-A132-AAD4FDAB0BAF}"/>
                    </a:ext>
                  </a:extLst>
                </p14:cNvPr>
                <p14:cNvContentPartPr/>
                <p14:nvPr/>
              </p14:nvContentPartPr>
              <p14:xfrm>
                <a:off x="3359964" y="4550157"/>
                <a:ext cx="1620720" cy="1280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FB176C5-AA15-3C35-A132-AAD4FDAB0BA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06324" y="4442157"/>
                  <a:ext cx="1728360" cy="14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E3AC955-7851-EE5A-225E-2F6394D87F5B}"/>
                    </a:ext>
                  </a:extLst>
                </p14:cNvPr>
                <p14:cNvContentPartPr/>
                <p14:nvPr/>
              </p14:nvContentPartPr>
              <p14:xfrm>
                <a:off x="4437084" y="4636917"/>
                <a:ext cx="609840" cy="452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E3AC955-7851-EE5A-225E-2F6394D87F5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83084" y="4529277"/>
                  <a:ext cx="71748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33CC6E2-46F3-1892-4732-58D43EEEB63F}"/>
                    </a:ext>
                  </a:extLst>
                </p14:cNvPr>
                <p14:cNvContentPartPr/>
                <p14:nvPr/>
              </p14:nvContentPartPr>
              <p14:xfrm>
                <a:off x="4776689" y="3729853"/>
                <a:ext cx="1233720" cy="1132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33CC6E2-46F3-1892-4732-58D43EEEB63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23049" y="3622213"/>
                  <a:ext cx="1341360" cy="13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F6EF40F-07C9-33FA-79A5-5A2D9904BB87}"/>
                    </a:ext>
                  </a:extLst>
                </p14:cNvPr>
                <p14:cNvContentPartPr/>
                <p14:nvPr/>
              </p14:nvContentPartPr>
              <p14:xfrm>
                <a:off x="4512022" y="3259717"/>
                <a:ext cx="1212120" cy="1019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F6EF40F-07C9-33FA-79A5-5A2D9904BB8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58382" y="3151717"/>
                  <a:ext cx="1319760" cy="12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71E39EA-8F22-125D-4ED3-8832E67E54E9}"/>
                    </a:ext>
                  </a:extLst>
                </p14:cNvPr>
                <p14:cNvContentPartPr/>
                <p14:nvPr/>
              </p14:nvContentPartPr>
              <p14:xfrm>
                <a:off x="7773111" y="3756899"/>
                <a:ext cx="1233720" cy="1132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71E39EA-8F22-125D-4ED3-8832E67E54E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19471" y="3649259"/>
                  <a:ext cx="1341360" cy="13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F615DD5-F06E-8089-A82B-4DBD8DFB7BD8}"/>
                    </a:ext>
                  </a:extLst>
                </p14:cNvPr>
                <p14:cNvContentPartPr/>
                <p14:nvPr/>
              </p14:nvContentPartPr>
              <p14:xfrm>
                <a:off x="7508444" y="3286763"/>
                <a:ext cx="1212120" cy="1019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F615DD5-F06E-8089-A82B-4DBD8DFB7BD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54804" y="3178763"/>
                  <a:ext cx="1319760" cy="12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685DD9F-6DA3-E3F8-EC3F-F58FDF09AEB2}"/>
                    </a:ext>
                  </a:extLst>
                </p14:cNvPr>
                <p14:cNvContentPartPr/>
                <p14:nvPr/>
              </p14:nvContentPartPr>
              <p14:xfrm>
                <a:off x="10525404" y="3318237"/>
                <a:ext cx="1523520" cy="1247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685DD9F-6DA3-E3F8-EC3F-F58FDF09AEB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471764" y="3210237"/>
                  <a:ext cx="1631160" cy="14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02097A9-982A-09D2-6684-80EEA175C29E}"/>
                    </a:ext>
                  </a:extLst>
                </p14:cNvPr>
                <p14:cNvContentPartPr/>
                <p14:nvPr/>
              </p14:nvContentPartPr>
              <p14:xfrm>
                <a:off x="6393493" y="3712437"/>
                <a:ext cx="1447560" cy="1754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02097A9-982A-09D2-6684-80EEA175C29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339493" y="3604437"/>
                  <a:ext cx="1555200" cy="19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BA94277-619A-4600-E958-7BE083FA7AC9}"/>
                    </a:ext>
                  </a:extLst>
                </p14:cNvPr>
                <p14:cNvContentPartPr/>
                <p14:nvPr/>
              </p14:nvContentPartPr>
              <p14:xfrm>
                <a:off x="7870044" y="4918077"/>
                <a:ext cx="9036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BA94277-619A-4600-E958-7BE083FA7AC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816404" y="4810077"/>
                  <a:ext cx="198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BA07329-94FF-433A-A09F-E3416D6C97E7}"/>
                    </a:ext>
                  </a:extLst>
                </p14:cNvPr>
                <p14:cNvContentPartPr/>
                <p14:nvPr/>
              </p14:nvContentPartPr>
              <p14:xfrm>
                <a:off x="6967884" y="5071077"/>
                <a:ext cx="1153800" cy="788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BA07329-94FF-433A-A09F-E3416D6C97E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13884" y="4963437"/>
                  <a:ext cx="1261440" cy="10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6BC7890-E9B1-0E1A-E4CA-0E862BA4D55A}"/>
                    </a:ext>
                  </a:extLst>
                </p14:cNvPr>
                <p14:cNvContentPartPr/>
                <p14:nvPr/>
              </p14:nvContentPartPr>
              <p14:xfrm>
                <a:off x="10023564" y="4830957"/>
                <a:ext cx="1616760" cy="959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6BC7890-E9B1-0E1A-E4CA-0E862BA4D55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69924" y="4723317"/>
                  <a:ext cx="1724400" cy="11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48772E4-64BC-2670-EBD5-E8CE759291C8}"/>
                    </a:ext>
                  </a:extLst>
                </p14:cNvPr>
                <p14:cNvContentPartPr/>
                <p14:nvPr/>
              </p14:nvContentPartPr>
              <p14:xfrm>
                <a:off x="9443964" y="3683637"/>
                <a:ext cx="906480" cy="1106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48772E4-64BC-2670-EBD5-E8CE759291C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389964" y="3575637"/>
                  <a:ext cx="1014120" cy="13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CB2EC02-E04F-D7F2-E7FC-38AD13BBD13A}"/>
                    </a:ext>
                  </a:extLst>
                </p14:cNvPr>
                <p14:cNvContentPartPr/>
                <p14:nvPr/>
              </p14:nvContentPartPr>
              <p14:xfrm>
                <a:off x="9483204" y="4440357"/>
                <a:ext cx="1170360" cy="995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CB2EC02-E04F-D7F2-E7FC-38AD13BBD13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429564" y="4332357"/>
                  <a:ext cx="1278000" cy="121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97810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9834B-DB51-6732-83CD-7D5DBDF6E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3C2B7-C496-93CE-7272-359D5951A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кластеризации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ABC14-FBF0-9C8D-260F-D27C5999D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0942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Как определить </a:t>
            </a:r>
            <a:r>
              <a:rPr lang="ru-RU" b="1" i="1" dirty="0"/>
              <a:t>«похожесть»</a:t>
            </a:r>
            <a:r>
              <a:rPr lang="ru-RU" dirty="0"/>
              <a:t>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202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5CD87-DE71-1380-993F-85B5740B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EAFFE-A3A4-0DC3-D215-0D30CC9FC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кластеризации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4B9C9-8FFA-3FFC-0BC0-9C509706A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0942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Как определить </a:t>
            </a:r>
            <a:r>
              <a:rPr lang="ru-RU" b="1" i="1" dirty="0"/>
              <a:t>«похожесть»</a:t>
            </a:r>
            <a:r>
              <a:rPr lang="ru-RU" dirty="0"/>
              <a:t>?</a:t>
            </a:r>
            <a:r>
              <a:rPr lang="en-US" dirty="0"/>
              <a:t> </a:t>
            </a:r>
            <a:r>
              <a:rPr lang="ru-RU" dirty="0"/>
              <a:t>Расстояние!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brief introduction to Distance Measures | by Jonte Dancker | Medium">
            <a:extLst>
              <a:ext uri="{FF2B5EF4-FFF2-40B4-BE49-F238E27FC236}">
                <a16:creationId xmlns:a16="http://schemas.microsoft.com/office/drawing/2014/main" id="{36A9513A-7937-7EEE-C65B-6A9905EC1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20" y="2091257"/>
            <a:ext cx="10253354" cy="440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6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9937B-A47D-6E20-8CDD-CAD807212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AF60-A0E9-9473-F4DF-5312B161D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 расстояния</a:t>
            </a:r>
            <a:r>
              <a:rPr lang="en-US" dirty="0"/>
              <a:t> </a:t>
            </a:r>
            <a:r>
              <a:rPr lang="ru-RU" dirty="0"/>
              <a:t>между точками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082C7-4997-9B03-D814-88A3CE7C2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1825625"/>
            <a:ext cx="11815948" cy="703459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ru-RU" b="1" dirty="0"/>
              <a:t>Евклидово расстояние </a:t>
            </a:r>
            <a:r>
              <a:rPr lang="en-US" dirty="0"/>
              <a:t>– </a:t>
            </a:r>
            <a:r>
              <a:rPr lang="ru-RU" dirty="0"/>
              <a:t>длина отрезка, соединяющего 2 точки</a:t>
            </a:r>
          </a:p>
          <a:p>
            <a:pPr marL="514350" indent="-514350">
              <a:buAutoNum type="arabicParenR"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B5C137-57BB-D2DC-4570-2D0FC2389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388231"/>
              </p:ext>
            </p:extLst>
          </p:nvPr>
        </p:nvGraphicFramePr>
        <p:xfrm>
          <a:off x="838200" y="2441587"/>
          <a:ext cx="5823856" cy="4184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964">
                  <a:extLst>
                    <a:ext uri="{9D8B030D-6E8A-4147-A177-3AD203B41FA5}">
                      <a16:colId xmlns:a16="http://schemas.microsoft.com/office/drawing/2014/main" val="3812702512"/>
                    </a:ext>
                  </a:extLst>
                </a:gridCol>
                <a:gridCol w="1455964">
                  <a:extLst>
                    <a:ext uri="{9D8B030D-6E8A-4147-A177-3AD203B41FA5}">
                      <a16:colId xmlns:a16="http://schemas.microsoft.com/office/drawing/2014/main" val="1015194670"/>
                    </a:ext>
                  </a:extLst>
                </a:gridCol>
                <a:gridCol w="1455964">
                  <a:extLst>
                    <a:ext uri="{9D8B030D-6E8A-4147-A177-3AD203B41FA5}">
                      <a16:colId xmlns:a16="http://schemas.microsoft.com/office/drawing/2014/main" val="3070050781"/>
                    </a:ext>
                  </a:extLst>
                </a:gridCol>
                <a:gridCol w="1455964">
                  <a:extLst>
                    <a:ext uri="{9D8B030D-6E8A-4147-A177-3AD203B41FA5}">
                      <a16:colId xmlns:a16="http://schemas.microsoft.com/office/drawing/2014/main" val="467775375"/>
                    </a:ext>
                  </a:extLst>
                </a:gridCol>
              </a:tblGrid>
              <a:tr h="6974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048833"/>
                  </a:ext>
                </a:extLst>
              </a:tr>
              <a:tr h="6974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360062"/>
                  </a:ext>
                </a:extLst>
              </a:tr>
              <a:tr h="6974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681055"/>
                  </a:ext>
                </a:extLst>
              </a:tr>
              <a:tr h="6974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946942"/>
                  </a:ext>
                </a:extLst>
              </a:tr>
              <a:tr h="6974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394897"/>
                  </a:ext>
                </a:extLst>
              </a:tr>
              <a:tr h="6974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31965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00D80E8-8D76-6A89-83A7-D8CB9D0D5485}"/>
                  </a:ext>
                </a:extLst>
              </p14:cNvPr>
              <p14:cNvContentPartPr/>
              <p14:nvPr/>
            </p14:nvContentPartPr>
            <p14:xfrm>
              <a:off x="2264844" y="3109077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00D80E8-8D76-6A89-83A7-D8CB9D0D54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1844" y="3046437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2ED9E06-CB8C-18ED-1EFE-E90104E6D0C9}"/>
                  </a:ext>
                </a:extLst>
              </p14:cNvPr>
              <p14:cNvContentPartPr/>
              <p14:nvPr/>
            </p14:nvContentPartPr>
            <p14:xfrm>
              <a:off x="3734724" y="5920677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2ED9E06-CB8C-18ED-1EFE-E90104E6D0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2084" y="5858037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FF0AB96-2A5E-D394-B3B2-02679A1289A0}"/>
                  </a:ext>
                </a:extLst>
              </p14:cNvPr>
              <p14:cNvContentPartPr/>
              <p14:nvPr/>
            </p14:nvContentPartPr>
            <p14:xfrm>
              <a:off x="5611706" y="3108717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FF0AB96-2A5E-D394-B3B2-02679A1289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48706" y="3046077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18AEF63-BCAB-DA80-CEFB-A4AA520E943D}"/>
                  </a:ext>
                </a:extLst>
              </p14:cNvPr>
              <p14:cNvContentPartPr/>
              <p14:nvPr/>
            </p14:nvContentPartPr>
            <p14:xfrm>
              <a:off x="7081586" y="5920317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18AEF63-BCAB-DA80-CEFB-A4AA520E94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8946" y="5857677"/>
                <a:ext cx="126000" cy="126000"/>
              </a:xfrm>
              <a:prstGeom prst="rect">
                <a:avLst/>
              </a:prstGeom>
            </p:spPr>
          </p:pic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6D2A17-89BD-3AAA-7CF5-6825602504F7}"/>
              </a:ext>
            </a:extLst>
          </p:cNvPr>
          <p:cNvCxnSpPr>
            <a:cxnSpLocks/>
          </p:cNvCxnSpPr>
          <p:nvPr/>
        </p:nvCxnSpPr>
        <p:spPr>
          <a:xfrm>
            <a:off x="5611706" y="3108717"/>
            <a:ext cx="1469520" cy="281160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ACE84FB-849F-CB2F-3A91-24E316955CE8}"/>
              </a:ext>
            </a:extLst>
          </p:cNvPr>
          <p:cNvGrpSpPr/>
          <p:nvPr/>
        </p:nvGrpSpPr>
        <p:grpSpPr>
          <a:xfrm>
            <a:off x="4139724" y="4013397"/>
            <a:ext cx="756360" cy="317160"/>
            <a:chOff x="4139724" y="4013397"/>
            <a:chExt cx="75636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C821684-9752-3DCC-4752-5D874060DF84}"/>
                    </a:ext>
                  </a:extLst>
                </p14:cNvPr>
                <p14:cNvContentPartPr/>
                <p14:nvPr/>
              </p14:nvContentPartPr>
              <p14:xfrm>
                <a:off x="4139724" y="4128597"/>
                <a:ext cx="383400" cy="24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C821684-9752-3DCC-4752-5D874060DF8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04084" y="4092597"/>
                  <a:ext cx="455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3EFEEBF-D043-3C52-0B9B-98B313600680}"/>
                    </a:ext>
                  </a:extLst>
                </p14:cNvPr>
                <p14:cNvContentPartPr/>
                <p14:nvPr/>
              </p14:nvContentPartPr>
              <p14:xfrm>
                <a:off x="4200564" y="4202757"/>
                <a:ext cx="312480" cy="25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3EFEEBF-D043-3C52-0B9B-98B31360068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64924" y="4166757"/>
                  <a:ext cx="3841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1450871-A121-3CAB-7AF7-9311935364EC}"/>
                    </a:ext>
                  </a:extLst>
                </p14:cNvPr>
                <p14:cNvContentPartPr/>
                <p14:nvPr/>
              </p14:nvContentPartPr>
              <p14:xfrm>
                <a:off x="4477404" y="4013397"/>
                <a:ext cx="418680" cy="317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1450871-A121-3CAB-7AF7-9311935364E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441404" y="3977397"/>
                  <a:ext cx="490320" cy="38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ABBE8B5-4D2E-C5B1-8D5E-A70AC3F0204A}"/>
                  </a:ext>
                </a:extLst>
              </p14:cNvPr>
              <p14:cNvContentPartPr/>
              <p14:nvPr/>
            </p14:nvContentPartPr>
            <p14:xfrm>
              <a:off x="1665804" y="2542437"/>
              <a:ext cx="531360" cy="4672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ABBE8B5-4D2E-C5B1-8D5E-A70AC3F0204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57164" y="2533437"/>
                <a:ext cx="549000" cy="48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65C1C3B-0137-E1B5-F5EE-85E19F1BEB2E}"/>
              </a:ext>
            </a:extLst>
          </p:cNvPr>
          <p:cNvGrpSpPr/>
          <p:nvPr/>
        </p:nvGrpSpPr>
        <p:grpSpPr>
          <a:xfrm>
            <a:off x="3082764" y="5530077"/>
            <a:ext cx="386640" cy="452160"/>
            <a:chOff x="3082764" y="5530077"/>
            <a:chExt cx="386640" cy="45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6954E0E-DAE3-E4D9-80C5-2A7D4F33979F}"/>
                    </a:ext>
                  </a:extLst>
                </p14:cNvPr>
                <p14:cNvContentPartPr/>
                <p14:nvPr/>
              </p14:nvContentPartPr>
              <p14:xfrm>
                <a:off x="3108324" y="5545917"/>
                <a:ext cx="58320" cy="371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6954E0E-DAE3-E4D9-80C5-2A7D4F33979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099324" y="5537277"/>
                  <a:ext cx="7596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0A23416-3B4B-0110-B01B-074B6BF8F12B}"/>
                    </a:ext>
                  </a:extLst>
                </p14:cNvPr>
                <p14:cNvContentPartPr/>
                <p14:nvPr/>
              </p14:nvContentPartPr>
              <p14:xfrm>
                <a:off x="3082764" y="5530077"/>
                <a:ext cx="386640" cy="452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0A23416-3B4B-0110-B01B-074B6BF8F12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74124" y="5521437"/>
                  <a:ext cx="404280" cy="46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0D95F8A-4EC6-C713-E498-D4DF025907E9}"/>
                  </a:ext>
                </a:extLst>
              </p14:cNvPr>
              <p14:cNvContentPartPr/>
              <p14:nvPr/>
            </p14:nvContentPartPr>
            <p14:xfrm>
              <a:off x="5012306" y="2542437"/>
              <a:ext cx="531360" cy="4672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0D95F8A-4EC6-C713-E498-D4DF025907E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003666" y="2533437"/>
                <a:ext cx="549000" cy="48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1154A36A-94B4-AA72-97A8-DD67C0F833C9}"/>
              </a:ext>
            </a:extLst>
          </p:cNvPr>
          <p:cNvGrpSpPr/>
          <p:nvPr/>
        </p:nvGrpSpPr>
        <p:grpSpPr>
          <a:xfrm>
            <a:off x="6429266" y="5530077"/>
            <a:ext cx="386640" cy="452160"/>
            <a:chOff x="3082764" y="5530077"/>
            <a:chExt cx="386640" cy="45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FA286D0-FB5E-590D-E3F0-977960951AD4}"/>
                    </a:ext>
                  </a:extLst>
                </p14:cNvPr>
                <p14:cNvContentPartPr/>
                <p14:nvPr/>
              </p14:nvContentPartPr>
              <p14:xfrm>
                <a:off x="3108324" y="5545917"/>
                <a:ext cx="58320" cy="371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FA286D0-FB5E-590D-E3F0-977960951AD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099324" y="5537277"/>
                  <a:ext cx="7596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6D9B033-C235-F567-4A6E-2B5EC73151AB}"/>
                    </a:ext>
                  </a:extLst>
                </p14:cNvPr>
                <p14:cNvContentPartPr/>
                <p14:nvPr/>
              </p14:nvContentPartPr>
              <p14:xfrm>
                <a:off x="3082764" y="5530077"/>
                <a:ext cx="386640" cy="452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6D9B033-C235-F567-4A6E-2B5EC73151A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74124" y="5521437"/>
                  <a:ext cx="404280" cy="469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22995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5133D-A6BE-A104-AD1E-C74B6ED89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F089-A750-F918-A8C7-E2582B546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 расстояния</a:t>
            </a:r>
            <a:r>
              <a:rPr lang="en-US" dirty="0"/>
              <a:t> </a:t>
            </a:r>
            <a:r>
              <a:rPr lang="ru-RU" dirty="0"/>
              <a:t>между точками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08495-53B8-451A-600E-B16BFDBCA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30" y="1374363"/>
            <a:ext cx="9832768" cy="1029320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ru-RU" b="1" dirty="0"/>
              <a:t>Евклидово расстояние </a:t>
            </a:r>
            <a:endParaRPr lang="en-US" b="1" dirty="0"/>
          </a:p>
          <a:p>
            <a:pPr marL="514350" indent="-514350">
              <a:buAutoNum type="arabicParenR"/>
            </a:pPr>
            <a:r>
              <a:rPr lang="en-US" b="1" dirty="0" err="1"/>
              <a:t>Манхэттеновское</a:t>
            </a:r>
            <a:r>
              <a:rPr lang="ru-RU" b="1" dirty="0"/>
              <a:t> расстояние</a:t>
            </a:r>
            <a:r>
              <a:rPr lang="ru-RU" dirty="0"/>
              <a:t> – «расстояние таксиста»</a:t>
            </a:r>
          </a:p>
          <a:p>
            <a:pPr marL="514350" indent="-514350">
              <a:buAutoNum type="arabicParenR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88773A-0BF9-2E43-9F81-BA87D7B4B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735" y="2402834"/>
            <a:ext cx="3594265" cy="445516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E671B7-578E-A831-5FC0-03A43AEB9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668293"/>
              </p:ext>
            </p:extLst>
          </p:nvPr>
        </p:nvGraphicFramePr>
        <p:xfrm>
          <a:off x="838200" y="2441587"/>
          <a:ext cx="2911928" cy="4184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964">
                  <a:extLst>
                    <a:ext uri="{9D8B030D-6E8A-4147-A177-3AD203B41FA5}">
                      <a16:colId xmlns:a16="http://schemas.microsoft.com/office/drawing/2014/main" val="3812702512"/>
                    </a:ext>
                  </a:extLst>
                </a:gridCol>
                <a:gridCol w="1455964">
                  <a:extLst>
                    <a:ext uri="{9D8B030D-6E8A-4147-A177-3AD203B41FA5}">
                      <a16:colId xmlns:a16="http://schemas.microsoft.com/office/drawing/2014/main" val="1015194670"/>
                    </a:ext>
                  </a:extLst>
                </a:gridCol>
              </a:tblGrid>
              <a:tr h="6974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048833"/>
                  </a:ext>
                </a:extLst>
              </a:tr>
              <a:tr h="6974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360062"/>
                  </a:ext>
                </a:extLst>
              </a:tr>
              <a:tr h="6974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681055"/>
                  </a:ext>
                </a:extLst>
              </a:tr>
              <a:tr h="6974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946942"/>
                  </a:ext>
                </a:extLst>
              </a:tr>
              <a:tr h="6974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394897"/>
                  </a:ext>
                </a:extLst>
              </a:tr>
              <a:tr h="6974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31965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ECAF4E8-3BDB-1E9D-AEC9-9D86ACB45CE3}"/>
                  </a:ext>
                </a:extLst>
              </p14:cNvPr>
              <p14:cNvContentPartPr/>
              <p14:nvPr/>
            </p14:nvContentPartPr>
            <p14:xfrm>
              <a:off x="2264844" y="3109077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ECAF4E8-3BDB-1E9D-AEC9-9D86ACB45C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1844" y="3046437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5F42D12-F9CB-AB87-89D3-3DD27A153DD1}"/>
                  </a:ext>
                </a:extLst>
              </p14:cNvPr>
              <p14:cNvContentPartPr/>
              <p14:nvPr/>
            </p14:nvContentPartPr>
            <p14:xfrm>
              <a:off x="3734724" y="5920677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5F42D12-F9CB-AB87-89D3-3DD27A153D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2084" y="5858037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F3FA6CB5-10C6-EB53-962C-5D9E5B35240A}"/>
              </a:ext>
            </a:extLst>
          </p:cNvPr>
          <p:cNvGrpSpPr/>
          <p:nvPr/>
        </p:nvGrpSpPr>
        <p:grpSpPr>
          <a:xfrm>
            <a:off x="4139724" y="4013397"/>
            <a:ext cx="756360" cy="317160"/>
            <a:chOff x="4139724" y="4013397"/>
            <a:chExt cx="75636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0749B42-CA37-FB61-A996-084A52BB237D}"/>
                    </a:ext>
                  </a:extLst>
                </p14:cNvPr>
                <p14:cNvContentPartPr/>
                <p14:nvPr/>
              </p14:nvContentPartPr>
              <p14:xfrm>
                <a:off x="4139724" y="4128597"/>
                <a:ext cx="383400" cy="24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0749B42-CA37-FB61-A996-084A52BB237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04084" y="4092597"/>
                  <a:ext cx="455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705B05C-1B35-71B1-8BE0-EDF98F624C82}"/>
                    </a:ext>
                  </a:extLst>
                </p14:cNvPr>
                <p14:cNvContentPartPr/>
                <p14:nvPr/>
              </p14:nvContentPartPr>
              <p14:xfrm>
                <a:off x="4200564" y="4202757"/>
                <a:ext cx="312480" cy="25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705B05C-1B35-71B1-8BE0-EDF98F624C8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64924" y="4166757"/>
                  <a:ext cx="3841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90EC7E-EF23-B79E-1ADC-01C72ED3EA2E}"/>
                    </a:ext>
                  </a:extLst>
                </p14:cNvPr>
                <p14:cNvContentPartPr/>
                <p14:nvPr/>
              </p14:nvContentPartPr>
              <p14:xfrm>
                <a:off x="4477404" y="4013397"/>
                <a:ext cx="418680" cy="317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90EC7E-EF23-B79E-1ADC-01C72ED3EA2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41404" y="3977397"/>
                  <a:ext cx="490320" cy="38880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9199750-B512-7734-6BDC-4759876A4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90215"/>
              </p:ext>
            </p:extLst>
          </p:nvPr>
        </p:nvGraphicFramePr>
        <p:xfrm>
          <a:off x="5177838" y="2422687"/>
          <a:ext cx="2911928" cy="4184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964">
                  <a:extLst>
                    <a:ext uri="{9D8B030D-6E8A-4147-A177-3AD203B41FA5}">
                      <a16:colId xmlns:a16="http://schemas.microsoft.com/office/drawing/2014/main" val="3812702512"/>
                    </a:ext>
                  </a:extLst>
                </a:gridCol>
                <a:gridCol w="1455964">
                  <a:extLst>
                    <a:ext uri="{9D8B030D-6E8A-4147-A177-3AD203B41FA5}">
                      <a16:colId xmlns:a16="http://schemas.microsoft.com/office/drawing/2014/main" val="1015194670"/>
                    </a:ext>
                  </a:extLst>
                </a:gridCol>
              </a:tblGrid>
              <a:tr h="6974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048833"/>
                  </a:ext>
                </a:extLst>
              </a:tr>
              <a:tr h="6974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360062"/>
                  </a:ext>
                </a:extLst>
              </a:tr>
              <a:tr h="6974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681055"/>
                  </a:ext>
                </a:extLst>
              </a:tr>
              <a:tr h="6974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946942"/>
                  </a:ext>
                </a:extLst>
              </a:tr>
              <a:tr h="6974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394897"/>
                  </a:ext>
                </a:extLst>
              </a:tr>
              <a:tr h="6974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31965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B786BFC-BA52-CB2B-5B12-C0C7AFE1D173}"/>
                  </a:ext>
                </a:extLst>
              </p14:cNvPr>
              <p14:cNvContentPartPr/>
              <p14:nvPr/>
            </p14:nvContentPartPr>
            <p14:xfrm>
              <a:off x="6604482" y="3090177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B786BFC-BA52-CB2B-5B12-C0C7AFE1D1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41482" y="3027537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CF26533-CC2F-E3DA-C188-1CF16C8CAAA1}"/>
                  </a:ext>
                </a:extLst>
              </p14:cNvPr>
              <p14:cNvContentPartPr/>
              <p14:nvPr/>
            </p14:nvContentPartPr>
            <p14:xfrm>
              <a:off x="8074362" y="5901777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CF26533-CC2F-E3DA-C188-1CF16C8CAA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11722" y="5839137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A6C7B03-9827-CFF4-A361-5682C19BF3C1}"/>
                  </a:ext>
                </a:extLst>
              </p14:cNvPr>
              <p14:cNvContentPartPr/>
              <p14:nvPr/>
            </p14:nvContentPartPr>
            <p14:xfrm>
              <a:off x="6603204" y="3167397"/>
              <a:ext cx="1325520" cy="27637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A6C7B03-9827-CFF4-A361-5682C19BF3C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567564" y="3131397"/>
                <a:ext cx="1397160" cy="28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3600620-6E45-1A02-F6BC-D178A4812F30}"/>
                  </a:ext>
                </a:extLst>
              </p14:cNvPr>
              <p14:cNvContentPartPr/>
              <p14:nvPr/>
            </p14:nvContentPartPr>
            <p14:xfrm>
              <a:off x="1664370" y="2495997"/>
              <a:ext cx="531360" cy="4672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3600620-6E45-1A02-F6BC-D178A4812F3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55730" y="2486997"/>
                <a:ext cx="549000" cy="48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8D2E0-E16B-89D0-32B9-D2CE1BE414D3}"/>
              </a:ext>
            </a:extLst>
          </p:cNvPr>
          <p:cNvGrpSpPr/>
          <p:nvPr/>
        </p:nvGrpSpPr>
        <p:grpSpPr>
          <a:xfrm>
            <a:off x="3081330" y="5483637"/>
            <a:ext cx="386640" cy="452160"/>
            <a:chOff x="3082764" y="5530077"/>
            <a:chExt cx="386640" cy="45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8548928-E6A5-2966-E72A-D63823AC88F7}"/>
                    </a:ext>
                  </a:extLst>
                </p14:cNvPr>
                <p14:cNvContentPartPr/>
                <p14:nvPr/>
              </p14:nvContentPartPr>
              <p14:xfrm>
                <a:off x="3108324" y="5545917"/>
                <a:ext cx="58320" cy="371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8548928-E6A5-2966-E72A-D63823AC88F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99324" y="5537277"/>
                  <a:ext cx="7596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80C3463-500A-8C8A-6486-69A3EEF6190E}"/>
                    </a:ext>
                  </a:extLst>
                </p14:cNvPr>
                <p14:cNvContentPartPr/>
                <p14:nvPr/>
              </p14:nvContentPartPr>
              <p14:xfrm>
                <a:off x="3082764" y="5530077"/>
                <a:ext cx="386640" cy="452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80C3463-500A-8C8A-6486-69A3EEF619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74124" y="5521437"/>
                  <a:ext cx="404280" cy="46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7EA2E47-D4DA-0189-0808-E49ECEB5EFAF}"/>
                  </a:ext>
                </a:extLst>
              </p14:cNvPr>
              <p14:cNvContentPartPr/>
              <p14:nvPr/>
            </p14:nvContentPartPr>
            <p14:xfrm>
              <a:off x="6083170" y="2495997"/>
              <a:ext cx="531360" cy="4672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7EA2E47-D4DA-0189-0808-E49ECEB5EFA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074530" y="2486997"/>
                <a:ext cx="549000" cy="48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DD73331E-5E0D-9896-9AD9-D12E93FDF691}"/>
              </a:ext>
            </a:extLst>
          </p:cNvPr>
          <p:cNvGrpSpPr/>
          <p:nvPr/>
        </p:nvGrpSpPr>
        <p:grpSpPr>
          <a:xfrm>
            <a:off x="7500130" y="5483637"/>
            <a:ext cx="386640" cy="452160"/>
            <a:chOff x="3082764" y="5530077"/>
            <a:chExt cx="386640" cy="45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E768C09-9005-5B2A-FA50-EC967EEEA06D}"/>
                    </a:ext>
                  </a:extLst>
                </p14:cNvPr>
                <p14:cNvContentPartPr/>
                <p14:nvPr/>
              </p14:nvContentPartPr>
              <p14:xfrm>
                <a:off x="3108324" y="5545917"/>
                <a:ext cx="58320" cy="371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E768C09-9005-5B2A-FA50-EC967EEEA0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99324" y="5537277"/>
                  <a:ext cx="7596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96B26AC-D519-7671-FB9D-768E9DC78678}"/>
                    </a:ext>
                  </a:extLst>
                </p14:cNvPr>
                <p14:cNvContentPartPr/>
                <p14:nvPr/>
              </p14:nvContentPartPr>
              <p14:xfrm>
                <a:off x="3082764" y="5530077"/>
                <a:ext cx="386640" cy="452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96B26AC-D519-7671-FB9D-768E9DC7867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74124" y="5521437"/>
                  <a:ext cx="404280" cy="469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39946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23084-C428-FCF2-7A49-5265FB77B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Евклид или Манхэттен?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71914-FDA0-7101-9ECD-EACCFF7CA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переменные, по которым проводится кластеризация, непрерывные – можно использовать евклидово расстояние. Если переменные дискретные, то </a:t>
            </a:r>
            <a:r>
              <a:rPr lang="en-US" dirty="0" err="1"/>
              <a:t>манхэттеновско</a:t>
            </a:r>
            <a:r>
              <a:rPr lang="ru-RU" dirty="0"/>
              <a:t>е расстояние будет более логичным</a:t>
            </a:r>
          </a:p>
        </p:txBody>
      </p:sp>
    </p:spTree>
    <p:extLst>
      <p:ext uri="{BB962C8B-B14F-4D97-AF65-F5344CB8AC3E}">
        <p14:creationId xmlns:p14="http://schemas.microsoft.com/office/powerpoint/2010/main" val="3422658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25107-DAE4-A633-7421-C6F1E874F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кластеризации 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514AE-EAF7-4B9B-1FEF-E0297CDA6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2811"/>
            <a:ext cx="10515600" cy="4694152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Иерархическая кластеризация</a:t>
            </a:r>
          </a:p>
          <a:p>
            <a:pPr marL="514350" indent="-514350">
              <a:buAutoNum type="arabicPeriod"/>
            </a:pPr>
            <a:r>
              <a:rPr lang="en-US" dirty="0"/>
              <a:t>K-means</a:t>
            </a:r>
            <a:endParaRPr lang="ru-RU" dirty="0"/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DBSCAN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Gaussian Mixture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etc.</a:t>
            </a:r>
          </a:p>
        </p:txBody>
      </p:sp>
      <p:pic>
        <p:nvPicPr>
          <p:cNvPr id="4" name="Picture 3" descr="2.3. Clustering — scikit-learn 1.8.0 documentation">
            <a:extLst>
              <a:ext uri="{FF2B5EF4-FFF2-40B4-BE49-F238E27FC236}">
                <a16:creationId xmlns:a16="http://schemas.microsoft.com/office/drawing/2014/main" id="{3992F925-2E33-1C02-55FF-DC6EB18F7C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9" r="1604" b="47512"/>
          <a:stretch>
            <a:fillRect/>
          </a:stretch>
        </p:blipFill>
        <p:spPr>
          <a:xfrm>
            <a:off x="2679865" y="3667287"/>
            <a:ext cx="9512135" cy="319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468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ABA75-FB28-95DB-4B7E-61CEEBCE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9B6E4-750E-BECA-96A1-347D03049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810"/>
            <a:ext cx="10515600" cy="1325563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ru-RU" dirty="0"/>
              <a:t>Иерархический кластерный анализ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93948-59A6-2C98-122B-CDED5753E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9373"/>
            <a:ext cx="5257800" cy="4397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Бывает 2 видов: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1.</a:t>
            </a:r>
            <a:r>
              <a:rPr lang="en-US" dirty="0"/>
              <a:t>1</a:t>
            </a:r>
            <a:r>
              <a:rPr lang="ru-RU" dirty="0"/>
              <a:t> </a:t>
            </a:r>
            <a:r>
              <a:rPr lang="en-US" b="1" dirty="0"/>
              <a:t>Agglomerative </a:t>
            </a:r>
            <a:r>
              <a:rPr lang="en-US" dirty="0"/>
              <a:t>– </a:t>
            </a:r>
            <a:r>
              <a:rPr lang="ru-RU" dirty="0"/>
              <a:t>идет «снизу вверх»</a:t>
            </a:r>
            <a:r>
              <a:rPr lang="en-US" dirty="0"/>
              <a:t> </a:t>
            </a:r>
            <a:r>
              <a:rPr lang="ru-RU" dirty="0"/>
              <a:t>по следующему алгоритму</a:t>
            </a:r>
            <a:r>
              <a:rPr lang="en-US" dirty="0"/>
              <a:t>:</a:t>
            </a:r>
          </a:p>
        </p:txBody>
      </p:sp>
      <p:pic>
        <p:nvPicPr>
          <p:cNvPr id="5" name="Picture 4" descr="Hierarchical clustering |">
            <a:extLst>
              <a:ext uri="{FF2B5EF4-FFF2-40B4-BE49-F238E27FC236}">
                <a16:creationId xmlns:a16="http://schemas.microsoft.com/office/drawing/2014/main" id="{E3A221B9-8937-A7A4-40D4-88D4D7C72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859" y="1551261"/>
            <a:ext cx="5408141" cy="530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004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45649-95CF-96FD-1CCE-8EEFE19D1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5EB1-0DC2-CC1B-A261-34416EE62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ru-RU" dirty="0"/>
              <a:t>Иерархический кластерный анализ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D23CF-FDFF-1774-BB8B-94F800E96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989" y="1149178"/>
            <a:ext cx="11846011" cy="4644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1.</a:t>
            </a:r>
            <a:r>
              <a:rPr lang="en-US" dirty="0"/>
              <a:t>1</a:t>
            </a:r>
            <a:r>
              <a:rPr lang="ru-RU" dirty="0"/>
              <a:t> </a:t>
            </a:r>
            <a:r>
              <a:rPr lang="en-US" b="1" dirty="0"/>
              <a:t>Agglomerative </a:t>
            </a:r>
            <a:r>
              <a:rPr lang="en-US" dirty="0"/>
              <a:t>– </a:t>
            </a:r>
            <a:r>
              <a:rPr lang="ru-RU" dirty="0"/>
              <a:t>идет «снизу вверх»</a:t>
            </a:r>
            <a:r>
              <a:rPr lang="en-US" dirty="0"/>
              <a:t> </a:t>
            </a:r>
            <a:r>
              <a:rPr lang="ru-RU" dirty="0"/>
              <a:t>по следующему алгоритму</a:t>
            </a:r>
            <a:r>
              <a:rPr lang="en-US" dirty="0"/>
              <a:t>:</a:t>
            </a:r>
          </a:p>
          <a:p>
            <a:pPr marL="523875" indent="49213">
              <a:buNone/>
            </a:pPr>
            <a:r>
              <a:rPr lang="en-US" dirty="0"/>
              <a:t>1)</a:t>
            </a:r>
            <a:r>
              <a:rPr lang="ru-RU" dirty="0"/>
              <a:t> каждая точка выделается в отдельный кластер (</a:t>
            </a:r>
            <a:r>
              <a:rPr lang="en-US" dirty="0"/>
              <a:t>N</a:t>
            </a:r>
            <a:r>
              <a:rPr lang="ru-RU" dirty="0"/>
              <a:t> кластеров)</a:t>
            </a:r>
          </a:p>
          <a:p>
            <a:pPr marL="523875" indent="49213">
              <a:buNone/>
            </a:pPr>
            <a:r>
              <a:rPr lang="ru-RU" dirty="0"/>
              <a:t>2) две ближайшие точки объединяются в один кластер (</a:t>
            </a:r>
            <a:r>
              <a:rPr lang="en-US" dirty="0"/>
              <a:t>N-1 </a:t>
            </a:r>
            <a:r>
              <a:rPr lang="ru-RU" dirty="0"/>
              <a:t>кластеров)</a:t>
            </a:r>
          </a:p>
          <a:p>
            <a:pPr marL="523875" indent="49213">
              <a:buNone/>
            </a:pPr>
            <a:r>
              <a:rPr lang="ru-RU" dirty="0"/>
              <a:t>3) две ближайшие точки объединяются в один кластер (</a:t>
            </a:r>
            <a:r>
              <a:rPr lang="en-US" dirty="0"/>
              <a:t>N-</a:t>
            </a:r>
            <a:r>
              <a:rPr lang="ru-RU" dirty="0"/>
              <a:t>2</a:t>
            </a:r>
            <a:r>
              <a:rPr lang="en-US" dirty="0"/>
              <a:t> </a:t>
            </a:r>
            <a:r>
              <a:rPr lang="ru-RU" dirty="0"/>
              <a:t>кластеров)</a:t>
            </a:r>
          </a:p>
          <a:p>
            <a:pPr marL="523875" indent="49213">
              <a:buNone/>
            </a:pPr>
            <a:r>
              <a:rPr lang="ru-RU" dirty="0"/>
              <a:t>4) шаг 3 повторяется до тех пор, пока количество кластеров не достигнет требуемого</a:t>
            </a:r>
          </a:p>
        </p:txBody>
      </p:sp>
      <p:pic>
        <p:nvPicPr>
          <p:cNvPr id="5" name="Picture 4" descr="Evaluating socio-economical indicators with exploratory analysis and hierarchical  clustering | by Amanda Iglesias Moreno | Level Up Coding">
            <a:extLst>
              <a:ext uri="{FF2B5EF4-FFF2-40B4-BE49-F238E27FC236}">
                <a16:creationId xmlns:a16="http://schemas.microsoft.com/office/drawing/2014/main" id="{07FBC82C-E705-E6B6-B3A7-4C803F2F63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492"/>
          <a:stretch>
            <a:fillRect/>
          </a:stretch>
        </p:blipFill>
        <p:spPr>
          <a:xfrm>
            <a:off x="4419600" y="4864312"/>
            <a:ext cx="7772400" cy="199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520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903CC-0CA5-AACE-FAB8-7AC94B90F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4F7B3-893E-142A-4BD3-835968659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ru-RU" dirty="0"/>
              <a:t>Иерархический кластерный анализ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42C88-C569-2E14-DE5E-B7FD1DBE1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989" y="1149178"/>
            <a:ext cx="11846011" cy="4644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1.2 </a:t>
            </a:r>
            <a:r>
              <a:rPr lang="en-US" b="1" dirty="0"/>
              <a:t>Divisive </a:t>
            </a:r>
            <a:r>
              <a:rPr lang="en-US" dirty="0"/>
              <a:t>– </a:t>
            </a:r>
            <a:r>
              <a:rPr lang="ru-RU" dirty="0"/>
              <a:t>идет «сверху вниз»</a:t>
            </a:r>
            <a:r>
              <a:rPr lang="en-US" dirty="0"/>
              <a:t> </a:t>
            </a:r>
            <a:r>
              <a:rPr lang="ru-RU" dirty="0"/>
              <a:t>по следующему алгоритму</a:t>
            </a:r>
            <a:r>
              <a:rPr lang="en-US" dirty="0"/>
              <a:t>:</a:t>
            </a:r>
          </a:p>
          <a:p>
            <a:pPr marL="1038225" indent="-514350">
              <a:buAutoNum type="arabicParenR"/>
            </a:pPr>
            <a:r>
              <a:rPr lang="ru-RU" dirty="0"/>
              <a:t>Все точки принадлежат 1 кластеру</a:t>
            </a:r>
          </a:p>
          <a:p>
            <a:pPr marL="1038225" indent="-514350">
              <a:buAutoNum type="arabicParenR"/>
            </a:pPr>
            <a:r>
              <a:rPr lang="ru-RU" dirty="0"/>
              <a:t>Кластер разбивается на 2 наименее похожие группы (2</a:t>
            </a:r>
            <a:r>
              <a:rPr lang="en-US" dirty="0"/>
              <a:t> </a:t>
            </a:r>
            <a:r>
              <a:rPr lang="ru-RU" dirty="0"/>
              <a:t>кластера)</a:t>
            </a:r>
          </a:p>
          <a:p>
            <a:pPr marL="1038225" indent="-514350">
              <a:buAutoNum type="arabicParenR"/>
            </a:pPr>
            <a:r>
              <a:rPr lang="ru-RU" dirty="0"/>
              <a:t>Разбивается с наименее похожими точками разбивается на 2 (3 кластера)</a:t>
            </a:r>
          </a:p>
          <a:p>
            <a:pPr marL="523875" indent="49213">
              <a:buNone/>
            </a:pPr>
            <a:r>
              <a:rPr lang="ru-RU" dirty="0"/>
              <a:t>4) шаг 3 повторяется до тех пор, пока количество кластеров не достигнет требуемого</a:t>
            </a:r>
          </a:p>
        </p:txBody>
      </p:sp>
      <p:pic>
        <p:nvPicPr>
          <p:cNvPr id="5" name="Picture 4" descr="Evaluating socio-economical indicators with exploratory analysis and hierarchical  clustering | by Amanda Iglesias Moreno | Level Up Coding">
            <a:extLst>
              <a:ext uri="{FF2B5EF4-FFF2-40B4-BE49-F238E27FC236}">
                <a16:creationId xmlns:a16="http://schemas.microsoft.com/office/drawing/2014/main" id="{21A3174A-ABC3-AD21-6C1D-215987C782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405"/>
          <a:stretch>
            <a:fillRect/>
          </a:stretch>
        </p:blipFill>
        <p:spPr>
          <a:xfrm>
            <a:off x="4419600" y="4795339"/>
            <a:ext cx="7772400" cy="199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716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268ED-90FB-EDDC-E36C-C0504B8E7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7B489-877D-386B-522B-F399C3DD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ru-RU" dirty="0"/>
              <a:t>Иерархический кластерный анализ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D7073-FFC6-D40B-31DB-672E34885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837982"/>
            <a:ext cx="7280189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Как понять, сколько кластеров</a:t>
            </a:r>
            <a:r>
              <a:rPr lang="en-US" dirty="0"/>
              <a:t> </a:t>
            </a:r>
            <a:r>
              <a:rPr lang="ru-RU" dirty="0"/>
              <a:t>достаточно?</a:t>
            </a:r>
          </a:p>
          <a:p>
            <a:endParaRPr lang="ru-RU" dirty="0"/>
          </a:p>
          <a:p>
            <a:r>
              <a:rPr lang="ru-RU" dirty="0" err="1"/>
              <a:t>Дендрограмма</a:t>
            </a:r>
            <a:endParaRPr lang="ru-RU" dirty="0"/>
          </a:p>
          <a:p>
            <a:endParaRPr lang="ru-RU" dirty="0"/>
          </a:p>
        </p:txBody>
      </p:sp>
      <p:pic>
        <p:nvPicPr>
          <p:cNvPr id="4" name="Picture 3" descr="Hierarchical Clustering; Agglomerative (HAC) &amp;amp; Divisive (HDC) - PRIMO.ai">
            <a:extLst>
              <a:ext uri="{FF2B5EF4-FFF2-40B4-BE49-F238E27FC236}">
                <a16:creationId xmlns:a16="http://schemas.microsoft.com/office/drawing/2014/main" id="{63A0639A-8CCF-9A17-59F0-81C4E734C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555906"/>
            <a:ext cx="6734823" cy="3030670"/>
          </a:xfrm>
          <a:prstGeom prst="rect">
            <a:avLst/>
          </a:prstGeom>
        </p:spPr>
      </p:pic>
      <p:pic>
        <p:nvPicPr>
          <p:cNvPr id="5" name="Picture 4" descr="SAS EM: does clustering node have elbow method to select the optimal #... -  SAS Support Communities">
            <a:extLst>
              <a:ext uri="{FF2B5EF4-FFF2-40B4-BE49-F238E27FC236}">
                <a16:creationId xmlns:a16="http://schemas.microsoft.com/office/drawing/2014/main" id="{10F87B9F-7C58-C54D-BEFF-F1D64E48F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628" y="3571105"/>
            <a:ext cx="3735172" cy="28597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8A4B69-F9DE-0156-D713-04717A0A978C}"/>
              </a:ext>
            </a:extLst>
          </p:cNvPr>
          <p:cNvSpPr txBox="1"/>
          <p:nvPr/>
        </p:nvSpPr>
        <p:spPr>
          <a:xfrm>
            <a:off x="7573023" y="2804328"/>
            <a:ext cx="5318162" cy="482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2800" dirty="0"/>
              <a:t>График каменистой осыпи</a:t>
            </a:r>
          </a:p>
        </p:txBody>
      </p:sp>
    </p:spTree>
    <p:extLst>
      <p:ext uri="{BB962C8B-B14F-4D97-AF65-F5344CB8AC3E}">
        <p14:creationId xmlns:p14="http://schemas.microsoft.com/office/powerpoint/2010/main" val="3809476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5BD297-E3E0-6C29-45BE-2FAF85CC31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02"/>
          <a:stretch>
            <a:fillRect/>
          </a:stretch>
        </p:blipFill>
        <p:spPr>
          <a:xfrm>
            <a:off x="432487" y="301275"/>
            <a:ext cx="10310998" cy="581531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8F7531-7CA4-5876-6686-749CE9963C73}"/>
              </a:ext>
            </a:extLst>
          </p:cNvPr>
          <p:cNvCxnSpPr>
            <a:cxnSpLocks/>
          </p:cNvCxnSpPr>
          <p:nvPr/>
        </p:nvCxnSpPr>
        <p:spPr>
          <a:xfrm>
            <a:off x="432487" y="1161535"/>
            <a:ext cx="10169610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E383F0C-21EF-FFAF-3D11-5D1280A1DA5A}"/>
              </a:ext>
            </a:extLst>
          </p:cNvPr>
          <p:cNvSpPr/>
          <p:nvPr/>
        </p:nvSpPr>
        <p:spPr>
          <a:xfrm>
            <a:off x="1173891" y="1334534"/>
            <a:ext cx="3781167" cy="504773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632869-5C13-CF28-D736-8EBFC32D4753}"/>
              </a:ext>
            </a:extLst>
          </p:cNvPr>
          <p:cNvSpPr/>
          <p:nvPr/>
        </p:nvSpPr>
        <p:spPr>
          <a:xfrm>
            <a:off x="5045675" y="1334534"/>
            <a:ext cx="5161006" cy="5047730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58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F8B24-EBD2-4245-1A3C-87546B462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AE76B0-4BBB-6916-AAE0-1119AF3841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02"/>
          <a:stretch>
            <a:fillRect/>
          </a:stretch>
        </p:blipFill>
        <p:spPr>
          <a:xfrm>
            <a:off x="432487" y="301275"/>
            <a:ext cx="10310998" cy="581531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945410-57CA-310C-F243-5B4815269023}"/>
              </a:ext>
            </a:extLst>
          </p:cNvPr>
          <p:cNvCxnSpPr>
            <a:cxnSpLocks/>
          </p:cNvCxnSpPr>
          <p:nvPr/>
        </p:nvCxnSpPr>
        <p:spPr>
          <a:xfrm>
            <a:off x="432487" y="1931773"/>
            <a:ext cx="10169610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A4351DE-9DB0-DC66-13AC-8C8ADE971DD3}"/>
              </a:ext>
            </a:extLst>
          </p:cNvPr>
          <p:cNvSpPr/>
          <p:nvPr/>
        </p:nvSpPr>
        <p:spPr>
          <a:xfrm>
            <a:off x="1173891" y="2409568"/>
            <a:ext cx="3781167" cy="3972696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68C511-57C0-67FA-AD8A-55B3082EDCC8}"/>
              </a:ext>
            </a:extLst>
          </p:cNvPr>
          <p:cNvSpPr/>
          <p:nvPr/>
        </p:nvSpPr>
        <p:spPr>
          <a:xfrm>
            <a:off x="5033317" y="2409568"/>
            <a:ext cx="2986217" cy="3972696"/>
          </a:xfrm>
          <a:prstGeom prst="rect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27CF3-1CBF-D43B-E9B1-9405D7A7C0EA}"/>
              </a:ext>
            </a:extLst>
          </p:cNvPr>
          <p:cNvSpPr/>
          <p:nvPr/>
        </p:nvSpPr>
        <p:spPr>
          <a:xfrm>
            <a:off x="8097794" y="2382794"/>
            <a:ext cx="2010034" cy="3999467"/>
          </a:xfrm>
          <a:prstGeom prst="rect">
            <a:avLst/>
          </a:prstGeom>
          <a:noFill/>
          <a:ln w="3810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73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DE55B-7259-7EBD-B9C7-344D6588C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BB6AD3-8714-E8FA-24D0-C227AAB74B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02"/>
          <a:stretch>
            <a:fillRect/>
          </a:stretch>
        </p:blipFill>
        <p:spPr>
          <a:xfrm>
            <a:off x="432487" y="301275"/>
            <a:ext cx="10310998" cy="581531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2F3B76-2554-1B90-48DB-716C630068BA}"/>
              </a:ext>
            </a:extLst>
          </p:cNvPr>
          <p:cNvCxnSpPr>
            <a:cxnSpLocks/>
          </p:cNvCxnSpPr>
          <p:nvPr/>
        </p:nvCxnSpPr>
        <p:spPr>
          <a:xfrm>
            <a:off x="573875" y="4024183"/>
            <a:ext cx="10169610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F4EF01E-EC81-991C-DA3E-384F451889D9}"/>
              </a:ext>
            </a:extLst>
          </p:cNvPr>
          <p:cNvSpPr/>
          <p:nvPr/>
        </p:nvSpPr>
        <p:spPr>
          <a:xfrm>
            <a:off x="1173892" y="4164226"/>
            <a:ext cx="951472" cy="2218037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47050A-7B2B-849F-C60F-4BB80C6722AD}"/>
              </a:ext>
            </a:extLst>
          </p:cNvPr>
          <p:cNvSpPr/>
          <p:nvPr/>
        </p:nvSpPr>
        <p:spPr>
          <a:xfrm>
            <a:off x="2236574" y="4164225"/>
            <a:ext cx="1458097" cy="221803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176059-1CF0-449B-D3D3-AC7B14D4FCF5}"/>
              </a:ext>
            </a:extLst>
          </p:cNvPr>
          <p:cNvSpPr/>
          <p:nvPr/>
        </p:nvSpPr>
        <p:spPr>
          <a:xfrm>
            <a:off x="3781167" y="4164224"/>
            <a:ext cx="1173893" cy="2218037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1F4388-7DE9-015A-3A57-3E1B7F636189}"/>
              </a:ext>
            </a:extLst>
          </p:cNvPr>
          <p:cNvSpPr/>
          <p:nvPr/>
        </p:nvSpPr>
        <p:spPr>
          <a:xfrm>
            <a:off x="5041556" y="4164223"/>
            <a:ext cx="2965622" cy="2218037"/>
          </a:xfrm>
          <a:prstGeom prst="rect">
            <a:avLst/>
          </a:prstGeom>
          <a:noFill/>
          <a:ln w="3810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3A553C-A5E8-88BD-BEDD-82D742EF03C5}"/>
              </a:ext>
            </a:extLst>
          </p:cNvPr>
          <p:cNvSpPr/>
          <p:nvPr/>
        </p:nvSpPr>
        <p:spPr>
          <a:xfrm>
            <a:off x="8118388" y="4031390"/>
            <a:ext cx="1837038" cy="2350864"/>
          </a:xfrm>
          <a:prstGeom prst="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 </a:t>
            </a:r>
          </a:p>
        </p:txBody>
      </p:sp>
    </p:spTree>
    <p:extLst>
      <p:ext uri="{BB962C8B-B14F-4D97-AF65-F5344CB8AC3E}">
        <p14:creationId xmlns:p14="http://schemas.microsoft.com/office/powerpoint/2010/main" val="1769071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28B50-5A9E-4A2F-0A57-EDB3C8221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ru-RU" dirty="0"/>
              <a:t>Иерархический кластерный анализ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04523-7FAD-C761-334E-FE8A69FD2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44588"/>
            <a:ext cx="6328719" cy="503237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Расстояние между кластерами</a:t>
            </a:r>
          </a:p>
          <a:p>
            <a:endParaRPr lang="en-US" dirty="0"/>
          </a:p>
        </p:txBody>
      </p:sp>
      <p:pic>
        <p:nvPicPr>
          <p:cNvPr id="4" name="Picture 3" descr="Single-Link clustering clearly explained | by Harika Bonthu | Medium">
            <a:extLst>
              <a:ext uri="{FF2B5EF4-FFF2-40B4-BE49-F238E27FC236}">
                <a16:creationId xmlns:a16="http://schemas.microsoft.com/office/drawing/2014/main" id="{64345033-34CD-794C-3F57-7943D91B31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3" t="6306" r="2102" b="3363"/>
          <a:stretch>
            <a:fillRect/>
          </a:stretch>
        </p:blipFill>
        <p:spPr>
          <a:xfrm>
            <a:off x="2537253" y="1779865"/>
            <a:ext cx="7117493" cy="507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50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82FE6-0538-4E9C-2F05-6F161C1C1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895E-C2F3-839A-023E-25A4C31B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ru-RU" dirty="0"/>
              <a:t>Иерархический кластерный анализ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6E7C7B-5D00-EACF-2B51-F83221F85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378751"/>
              </p:ext>
            </p:extLst>
          </p:nvPr>
        </p:nvGraphicFramePr>
        <p:xfrm>
          <a:off x="109150" y="1690688"/>
          <a:ext cx="11973700" cy="473162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398108">
                  <a:extLst>
                    <a:ext uri="{9D8B030D-6E8A-4147-A177-3AD203B41FA5}">
                      <a16:colId xmlns:a16="http://schemas.microsoft.com/office/drawing/2014/main" val="1003877410"/>
                    </a:ext>
                  </a:extLst>
                </a:gridCol>
                <a:gridCol w="1804087">
                  <a:extLst>
                    <a:ext uri="{9D8B030D-6E8A-4147-A177-3AD203B41FA5}">
                      <a16:colId xmlns:a16="http://schemas.microsoft.com/office/drawing/2014/main" val="3014579835"/>
                    </a:ext>
                  </a:extLst>
                </a:gridCol>
                <a:gridCol w="3778080">
                  <a:extLst>
                    <a:ext uri="{9D8B030D-6E8A-4147-A177-3AD203B41FA5}">
                      <a16:colId xmlns:a16="http://schemas.microsoft.com/office/drawing/2014/main" val="1297337851"/>
                    </a:ext>
                  </a:extLst>
                </a:gridCol>
                <a:gridCol w="2993425">
                  <a:extLst>
                    <a:ext uri="{9D8B030D-6E8A-4147-A177-3AD203B41FA5}">
                      <a16:colId xmlns:a16="http://schemas.microsoft.com/office/drawing/2014/main" val="2926340570"/>
                    </a:ext>
                  </a:extLst>
                </a:gridCol>
              </a:tblGrid>
              <a:tr h="6755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261341"/>
                  </a:ext>
                </a:extLst>
              </a:tr>
              <a:tr h="856645">
                <a:tc>
                  <a:txBody>
                    <a:bodyPr/>
                    <a:lstStyle/>
                    <a:p>
                      <a:r>
                        <a:rPr lang="ru-RU" dirty="0"/>
                        <a:t>Среднее невзвешенное расстояние </a:t>
                      </a:r>
                      <a:endParaRPr lang="en-US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linkage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129107"/>
                  </a:ext>
                </a:extLst>
              </a:tr>
              <a:tr h="951727">
                <a:tc>
                  <a:txBody>
                    <a:bodyPr/>
                    <a:lstStyle/>
                    <a:p>
                      <a:r>
                        <a:rPr lang="ru-RU" dirty="0"/>
                        <a:t>Алгоритм </a:t>
                      </a:r>
                      <a:r>
                        <a:rPr lang="en-US" dirty="0" err="1"/>
                        <a:t>одиночной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связи</a:t>
                      </a:r>
                      <a:r>
                        <a:rPr lang="ru-RU" dirty="0"/>
                        <a:t> (метод «ближайшего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соседа</a:t>
                      </a:r>
                      <a:r>
                        <a:rPr lang="ru-RU" dirty="0"/>
                        <a:t>»)</a:t>
                      </a:r>
                      <a:r>
                        <a:rPr lang="en-US" dirty="0"/>
                        <a:t> </a:t>
                      </a:r>
                      <a:endParaRPr lang="en-US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Single linkage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841994"/>
                  </a:ext>
                </a:extLst>
              </a:tr>
              <a:tr h="916331">
                <a:tc>
                  <a:txBody>
                    <a:bodyPr/>
                    <a:lstStyle/>
                    <a:p>
                      <a:r>
                        <a:rPr lang="ru-RU" dirty="0"/>
                        <a:t>Алгоритм полной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связи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(метод «дальнего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соседа</a:t>
                      </a:r>
                      <a:r>
                        <a:rPr lang="ru-RU" dirty="0"/>
                        <a:t>»)</a:t>
                      </a:r>
                      <a:endParaRPr lang="en-US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 linkage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64061"/>
                  </a:ext>
                </a:extLst>
              </a:tr>
              <a:tr h="748368">
                <a:tc>
                  <a:txBody>
                    <a:bodyPr/>
                    <a:lstStyle/>
                    <a:p>
                      <a:r>
                        <a:rPr lang="ru-RU" dirty="0" err="1"/>
                        <a:t>Центроидный</a:t>
                      </a:r>
                      <a:r>
                        <a:rPr lang="ru-RU" dirty="0"/>
                        <a:t> метод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Centroid linkage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740189"/>
                  </a:ext>
                </a:extLst>
              </a:tr>
              <a:tr h="582956">
                <a:tc>
                  <a:txBody>
                    <a:bodyPr/>
                    <a:lstStyle/>
                    <a:p>
                      <a:r>
                        <a:rPr lang="ru-RU" dirty="0"/>
                        <a:t>Метод У</a:t>
                      </a:r>
                      <a:r>
                        <a:rPr lang="en-US" dirty="0"/>
                        <a:t>o</a:t>
                      </a:r>
                      <a:r>
                        <a:rPr lang="ru-RU" dirty="0" err="1"/>
                        <a:t>рда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ward.D2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998835"/>
                  </a:ext>
                </a:extLst>
              </a:tr>
            </a:tbl>
          </a:graphicData>
        </a:graphic>
      </p:graphicFrame>
      <p:pic>
        <p:nvPicPr>
          <p:cNvPr id="5" name="Picture 4" descr="Fig. .. Dendrograms resulting from the four different clustering... |  Download Scientific Diagram">
            <a:extLst>
              <a:ext uri="{FF2B5EF4-FFF2-40B4-BE49-F238E27FC236}">
                <a16:creationId xmlns:a16="http://schemas.microsoft.com/office/drawing/2014/main" id="{2EFFAF85-C6C0-4097-883B-C561A0DDD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861" y="1678331"/>
            <a:ext cx="645913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95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DFC5E-9F81-2E4F-36BB-8B2BAE5F9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BF884-C5D2-67B8-E3B5-B312F6676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Итеративный алгоритм, который пытается разбить данные на </a:t>
            </a:r>
            <a:r>
              <a:rPr lang="en-US" dirty="0"/>
              <a:t>K </a:t>
            </a:r>
            <a:r>
              <a:rPr lang="ru-RU" dirty="0"/>
              <a:t>заранее заданных кластеров таким образом, чтобы данные внутри одного кластера были более похожи друг на друга, и менее похожи между кластерами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368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0847-21DC-8DAB-82D8-31A92C873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77B64-EFEA-195D-BC0D-D4C8E420C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K-Means</a:t>
            </a:r>
            <a:r>
              <a:rPr lang="ru-RU" dirty="0"/>
              <a:t> алгоритм</a:t>
            </a:r>
            <a:endParaRPr lang="en-US" dirty="0"/>
          </a:p>
        </p:txBody>
      </p:sp>
      <p:pic>
        <p:nvPicPr>
          <p:cNvPr id="5" name="Picture 4" descr="Spadework Research - K-Means Clustering">
            <a:extLst>
              <a:ext uri="{FF2B5EF4-FFF2-40B4-BE49-F238E27FC236}">
                <a16:creationId xmlns:a16="http://schemas.microsoft.com/office/drawing/2014/main" id="{9D80B2FA-6C07-85EC-C829-10CA29A03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881" y="1331354"/>
            <a:ext cx="7243119" cy="543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38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E4C41-2F2C-34E8-C906-D4DE7A07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CEE76-1083-F71A-A81B-4C6B40D0E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K-Means</a:t>
            </a:r>
            <a:r>
              <a:rPr lang="ru-RU" dirty="0"/>
              <a:t> алгоритм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6522-A95E-E529-84B9-EA6D769CD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1) Определение числа кластеров (К)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2) </a:t>
            </a:r>
            <a:r>
              <a:rPr lang="ru-RU" dirty="0"/>
              <a:t>Случайная инициализация </a:t>
            </a:r>
            <a:r>
              <a:rPr lang="ru-RU" dirty="0" err="1"/>
              <a:t>центроидов</a:t>
            </a:r>
            <a:r>
              <a:rPr lang="ru-RU" dirty="0"/>
              <a:t> (центров кластеров)</a:t>
            </a:r>
          </a:p>
          <a:p>
            <a:pPr marL="0" indent="0">
              <a:buNone/>
            </a:pPr>
            <a:r>
              <a:rPr lang="ru-RU" dirty="0"/>
              <a:t>3) Точки включаются в тот кластер, до которого им ближе</a:t>
            </a:r>
          </a:p>
          <a:p>
            <a:pPr marL="0" indent="0">
              <a:buNone/>
            </a:pPr>
            <a:r>
              <a:rPr lang="ru-RU" dirty="0"/>
              <a:t>4) Вычисляется центр кластера («центр тяжести») и </a:t>
            </a:r>
            <a:r>
              <a:rPr lang="ru-RU" dirty="0" err="1"/>
              <a:t>центроиды</a:t>
            </a:r>
            <a:r>
              <a:rPr lang="ru-RU" dirty="0"/>
              <a:t> перемещаются туда</a:t>
            </a:r>
          </a:p>
          <a:p>
            <a:pPr marL="0" indent="0">
              <a:buNone/>
            </a:pPr>
            <a:r>
              <a:rPr lang="ru-RU" dirty="0"/>
              <a:t>5) Шаги 3</a:t>
            </a:r>
            <a:r>
              <a:rPr lang="en-US" dirty="0"/>
              <a:t>-</a:t>
            </a:r>
            <a:r>
              <a:rPr lang="ru-RU" dirty="0"/>
              <a:t>4 повторяются до тех пор, пока </a:t>
            </a:r>
            <a:r>
              <a:rPr lang="ru-RU" dirty="0" err="1"/>
              <a:t>центроиды</a:t>
            </a:r>
            <a:r>
              <a:rPr lang="ru-RU" dirty="0"/>
              <a:t> не перестанут смещаться</a:t>
            </a:r>
          </a:p>
        </p:txBody>
      </p:sp>
    </p:spTree>
    <p:extLst>
      <p:ext uri="{BB962C8B-B14F-4D97-AF65-F5344CB8AC3E}">
        <p14:creationId xmlns:p14="http://schemas.microsoft.com/office/powerpoint/2010/main" val="3752214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48FC-6F5B-E955-AA54-4D9503248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058E5-B53B-5BAA-68A7-AB234AE47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https://clustering-visualizer.web.app/kmeans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1614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B39F-92F2-21FF-7A66-5DB864B99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методов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64E2D0-1835-BEEF-E1C6-0D01D57E5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714004"/>
              </p:ext>
            </p:extLst>
          </p:nvPr>
        </p:nvGraphicFramePr>
        <p:xfrm>
          <a:off x="222078" y="1565160"/>
          <a:ext cx="11747844" cy="375842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40354">
                  <a:extLst>
                    <a:ext uri="{9D8B030D-6E8A-4147-A177-3AD203B41FA5}">
                      <a16:colId xmlns:a16="http://schemas.microsoft.com/office/drawing/2014/main" val="2873940657"/>
                    </a:ext>
                  </a:extLst>
                </a:gridCol>
                <a:gridCol w="3842952">
                  <a:extLst>
                    <a:ext uri="{9D8B030D-6E8A-4147-A177-3AD203B41FA5}">
                      <a16:colId xmlns:a16="http://schemas.microsoft.com/office/drawing/2014/main" val="1421359261"/>
                    </a:ext>
                  </a:extLst>
                </a:gridCol>
                <a:gridCol w="5964538">
                  <a:extLst>
                    <a:ext uri="{9D8B030D-6E8A-4147-A177-3AD203B41FA5}">
                      <a16:colId xmlns:a16="http://schemas.microsoft.com/office/drawing/2014/main" val="3714782406"/>
                    </a:ext>
                  </a:extLst>
                </a:gridCol>
              </a:tblGrid>
              <a:tr h="502135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Метод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Плюсы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Минусы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601905"/>
                  </a:ext>
                </a:extLst>
              </a:tr>
              <a:tr h="1481274">
                <a:tc>
                  <a:txBody>
                    <a:bodyPr/>
                    <a:lstStyle/>
                    <a:p>
                      <a:r>
                        <a:rPr lang="ru-RU" dirty="0"/>
                        <a:t>Иерархическая кластеризация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 позволяет исследовать связь между данными и кластерами (на </a:t>
                      </a:r>
                      <a:r>
                        <a:rPr lang="ru-RU" dirty="0" err="1"/>
                        <a:t>дендрограмме</a:t>
                      </a:r>
                      <a:r>
                        <a:rPr lang="ru-RU" dirty="0"/>
                        <a:t>)</a:t>
                      </a:r>
                    </a:p>
                    <a:p>
                      <a:r>
                        <a:rPr lang="ru-RU" dirty="0"/>
                        <a:t>+ не требует предварительного определения числа кластеров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ru-RU" dirty="0"/>
                        <a:t>Вычислительно неэффективный </a:t>
                      </a:r>
                      <a:r>
                        <a:rPr lang="ru-RU" dirty="0">
                          <a:sym typeface="Wingdings" pitchFamily="2" charset="2"/>
                        </a:rPr>
                        <a:t></a:t>
                      </a:r>
                      <a:r>
                        <a:rPr lang="en-US" dirty="0">
                          <a:sym typeface="Wingdings" pitchFamily="2" charset="2"/>
                        </a:rPr>
                        <a:t> </a:t>
                      </a:r>
                      <a:r>
                        <a:rPr lang="ru-RU" dirty="0">
                          <a:sym typeface="Wingdings" pitchFamily="2" charset="2"/>
                        </a:rPr>
                        <a:t>медленно работает на больших данных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dirty="0">
                          <a:sym typeface="Wingdings" pitchFamily="2" charset="2"/>
                        </a:rPr>
                        <a:t>Плохо работает в тех случаях, когда кластеры сложной формы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dirty="0">
                          <a:sym typeface="Wingdings" pitchFamily="2" charset="2"/>
                        </a:rPr>
                        <a:t>Чувствителен к выбору метрик расстояния и метода связи (</a:t>
                      </a:r>
                      <a:r>
                        <a:rPr lang="en-US" dirty="0">
                          <a:sym typeface="Wingdings" pitchFamily="2" charset="2"/>
                        </a:rPr>
                        <a:t>linkage function)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813528"/>
                  </a:ext>
                </a:extLst>
              </a:tr>
              <a:tr h="1518929">
                <a:tc>
                  <a:txBody>
                    <a:bodyPr/>
                    <a:lstStyle/>
                    <a:p>
                      <a:r>
                        <a:rPr lang="en-US" dirty="0"/>
                        <a:t>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</a:t>
                      </a:r>
                      <a:r>
                        <a:rPr lang="ru-RU" dirty="0"/>
                        <a:t>простой и понятный метод</a:t>
                      </a:r>
                    </a:p>
                    <a:p>
                      <a:r>
                        <a:rPr lang="ru-RU" dirty="0"/>
                        <a:t>+ быстрый </a:t>
                      </a:r>
                      <a:r>
                        <a:rPr lang="en-US" dirty="0">
                          <a:sym typeface="Wingdings" pitchFamily="2" charset="2"/>
                        </a:rPr>
                        <a:t> </a:t>
                      </a:r>
                      <a:r>
                        <a:rPr lang="ru-RU" dirty="0">
                          <a:sym typeface="Wingdings" pitchFamily="2" charset="2"/>
                        </a:rPr>
                        <a:t>может применяться для больших датасетов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ru-RU" dirty="0"/>
                        <a:t>Требует заранее определить число кластеров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dirty="0"/>
                        <a:t>Чувствителен к начальному положению </a:t>
                      </a:r>
                      <a:r>
                        <a:rPr lang="ru-RU" dirty="0" err="1"/>
                        <a:t>центроидов</a:t>
                      </a:r>
                      <a:endParaRPr lang="ru-RU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ru-RU" dirty="0">
                          <a:sym typeface="Wingdings" pitchFamily="2" charset="2"/>
                        </a:rPr>
                        <a:t>Плохо работает в тех случаях, когда кластеры сложной формы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ru-RU" dirty="0">
                          <a:sym typeface="Wingdings" pitchFamily="2" charset="2"/>
                        </a:rPr>
                        <a:t>Чувствителен к выбросам и шуму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214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5959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2.3. Clustering — scikit-learn 1.8.0 documentation">
            <a:extLst>
              <a:ext uri="{FF2B5EF4-FFF2-40B4-BE49-F238E27FC236}">
                <a16:creationId xmlns:a16="http://schemas.microsoft.com/office/drawing/2014/main" id="{466E3E84-4F17-0B2D-EBA5-120357F8CE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8" r="717" b="297"/>
          <a:stretch>
            <a:fillRect/>
          </a:stretch>
        </p:blipFill>
        <p:spPr>
          <a:xfrm>
            <a:off x="604322" y="1"/>
            <a:ext cx="10861637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2A5AE22-772F-D342-6C11-320C7134E700}"/>
              </a:ext>
            </a:extLst>
          </p:cNvPr>
          <p:cNvSpPr/>
          <p:nvPr/>
        </p:nvSpPr>
        <p:spPr>
          <a:xfrm>
            <a:off x="629037" y="1"/>
            <a:ext cx="964986" cy="6857999"/>
          </a:xfrm>
          <a:prstGeom prst="rect">
            <a:avLst/>
          </a:prstGeom>
          <a:noFill/>
          <a:ln w="571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014413"/>
                      <a:gd name="csY0" fmla="*/ 0 h 6944497"/>
                      <a:gd name="csX1" fmla="*/ 497062 w 1014413"/>
                      <a:gd name="csY1" fmla="*/ 0 h 6944497"/>
                      <a:gd name="csX2" fmla="*/ 1014413 w 1014413"/>
                      <a:gd name="csY2" fmla="*/ 0 h 6944497"/>
                      <a:gd name="csX3" fmla="*/ 1014413 w 1014413"/>
                      <a:gd name="csY3" fmla="*/ 717598 h 6944497"/>
                      <a:gd name="csX4" fmla="*/ 1014413 w 1014413"/>
                      <a:gd name="csY4" fmla="*/ 1296306 h 6944497"/>
                      <a:gd name="csX5" fmla="*/ 1014413 w 1014413"/>
                      <a:gd name="csY5" fmla="*/ 1736124 h 6944497"/>
                      <a:gd name="csX6" fmla="*/ 1014413 w 1014413"/>
                      <a:gd name="csY6" fmla="*/ 2175942 h 6944497"/>
                      <a:gd name="csX7" fmla="*/ 1014413 w 1014413"/>
                      <a:gd name="csY7" fmla="*/ 2754650 h 6944497"/>
                      <a:gd name="csX8" fmla="*/ 1014413 w 1014413"/>
                      <a:gd name="csY8" fmla="*/ 3333359 h 6944497"/>
                      <a:gd name="csX9" fmla="*/ 1014413 w 1014413"/>
                      <a:gd name="csY9" fmla="*/ 3773177 h 6944497"/>
                      <a:gd name="csX10" fmla="*/ 1014413 w 1014413"/>
                      <a:gd name="csY10" fmla="*/ 4212995 h 6944497"/>
                      <a:gd name="csX11" fmla="*/ 1014413 w 1014413"/>
                      <a:gd name="csY11" fmla="*/ 4791703 h 6944497"/>
                      <a:gd name="csX12" fmla="*/ 1014413 w 1014413"/>
                      <a:gd name="csY12" fmla="*/ 5439856 h 6944497"/>
                      <a:gd name="csX13" fmla="*/ 1014413 w 1014413"/>
                      <a:gd name="csY13" fmla="*/ 5810229 h 6944497"/>
                      <a:gd name="csX14" fmla="*/ 1014413 w 1014413"/>
                      <a:gd name="csY14" fmla="*/ 6388937 h 6944497"/>
                      <a:gd name="csX15" fmla="*/ 1014413 w 1014413"/>
                      <a:gd name="csY15" fmla="*/ 6944497 h 6944497"/>
                      <a:gd name="csX16" fmla="*/ 507207 w 1014413"/>
                      <a:gd name="csY16" fmla="*/ 6944497 h 6944497"/>
                      <a:gd name="csX17" fmla="*/ 0 w 1014413"/>
                      <a:gd name="csY17" fmla="*/ 6944497 h 6944497"/>
                      <a:gd name="csX18" fmla="*/ 0 w 1014413"/>
                      <a:gd name="csY18" fmla="*/ 6365789 h 6944497"/>
                      <a:gd name="csX19" fmla="*/ 0 w 1014413"/>
                      <a:gd name="csY19" fmla="*/ 5925971 h 6944497"/>
                      <a:gd name="csX20" fmla="*/ 0 w 1014413"/>
                      <a:gd name="csY20" fmla="*/ 5486153 h 6944497"/>
                      <a:gd name="csX21" fmla="*/ 0 w 1014413"/>
                      <a:gd name="csY21" fmla="*/ 4976890 h 6944497"/>
                      <a:gd name="csX22" fmla="*/ 0 w 1014413"/>
                      <a:gd name="csY22" fmla="*/ 4259291 h 6944497"/>
                      <a:gd name="csX23" fmla="*/ 0 w 1014413"/>
                      <a:gd name="csY23" fmla="*/ 3680583 h 6944497"/>
                      <a:gd name="csX24" fmla="*/ 0 w 1014413"/>
                      <a:gd name="csY24" fmla="*/ 3171320 h 6944497"/>
                      <a:gd name="csX25" fmla="*/ 0 w 1014413"/>
                      <a:gd name="csY25" fmla="*/ 2800947 h 6944497"/>
                      <a:gd name="csX26" fmla="*/ 0 w 1014413"/>
                      <a:gd name="csY26" fmla="*/ 2430574 h 6944497"/>
                      <a:gd name="csX27" fmla="*/ 0 w 1014413"/>
                      <a:gd name="csY27" fmla="*/ 1782421 h 6944497"/>
                      <a:gd name="csX28" fmla="*/ 0 w 1014413"/>
                      <a:gd name="csY28" fmla="*/ 1342603 h 6944497"/>
                      <a:gd name="csX29" fmla="*/ 0 w 1014413"/>
                      <a:gd name="csY29" fmla="*/ 625005 h 6944497"/>
                      <a:gd name="csX30" fmla="*/ 0 w 1014413"/>
                      <a:gd name="csY30" fmla="*/ 0 h 694449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</a:cxnLst>
                    <a:rect l="l" t="t" r="r" b="b"/>
                    <a:pathLst>
                      <a:path w="1014413" h="6944497" extrusionOk="0">
                        <a:moveTo>
                          <a:pt x="0" y="0"/>
                        </a:moveTo>
                        <a:cubicBezTo>
                          <a:pt x="164364" y="-29440"/>
                          <a:pt x="348644" y="36465"/>
                          <a:pt x="497062" y="0"/>
                        </a:cubicBezTo>
                        <a:cubicBezTo>
                          <a:pt x="645480" y="-36465"/>
                          <a:pt x="799756" y="1012"/>
                          <a:pt x="1014413" y="0"/>
                        </a:cubicBezTo>
                        <a:cubicBezTo>
                          <a:pt x="1096242" y="215276"/>
                          <a:pt x="986675" y="510314"/>
                          <a:pt x="1014413" y="717598"/>
                        </a:cubicBezTo>
                        <a:cubicBezTo>
                          <a:pt x="1042151" y="924882"/>
                          <a:pt x="963920" y="1093381"/>
                          <a:pt x="1014413" y="1296306"/>
                        </a:cubicBezTo>
                        <a:cubicBezTo>
                          <a:pt x="1064906" y="1499231"/>
                          <a:pt x="1001080" y="1530152"/>
                          <a:pt x="1014413" y="1736124"/>
                        </a:cubicBezTo>
                        <a:cubicBezTo>
                          <a:pt x="1027746" y="1942096"/>
                          <a:pt x="975228" y="2047512"/>
                          <a:pt x="1014413" y="2175942"/>
                        </a:cubicBezTo>
                        <a:cubicBezTo>
                          <a:pt x="1053598" y="2304372"/>
                          <a:pt x="965441" y="2603201"/>
                          <a:pt x="1014413" y="2754650"/>
                        </a:cubicBezTo>
                        <a:cubicBezTo>
                          <a:pt x="1063385" y="2906099"/>
                          <a:pt x="967018" y="3175697"/>
                          <a:pt x="1014413" y="3333359"/>
                        </a:cubicBezTo>
                        <a:cubicBezTo>
                          <a:pt x="1061808" y="3491021"/>
                          <a:pt x="992044" y="3662558"/>
                          <a:pt x="1014413" y="3773177"/>
                        </a:cubicBezTo>
                        <a:cubicBezTo>
                          <a:pt x="1036782" y="3883796"/>
                          <a:pt x="990210" y="4077577"/>
                          <a:pt x="1014413" y="4212995"/>
                        </a:cubicBezTo>
                        <a:cubicBezTo>
                          <a:pt x="1038616" y="4348413"/>
                          <a:pt x="968322" y="4553397"/>
                          <a:pt x="1014413" y="4791703"/>
                        </a:cubicBezTo>
                        <a:cubicBezTo>
                          <a:pt x="1060504" y="5030009"/>
                          <a:pt x="942679" y="5206099"/>
                          <a:pt x="1014413" y="5439856"/>
                        </a:cubicBezTo>
                        <a:cubicBezTo>
                          <a:pt x="1086147" y="5673613"/>
                          <a:pt x="984918" y="5699043"/>
                          <a:pt x="1014413" y="5810229"/>
                        </a:cubicBezTo>
                        <a:cubicBezTo>
                          <a:pt x="1043908" y="5921415"/>
                          <a:pt x="1011294" y="6128506"/>
                          <a:pt x="1014413" y="6388937"/>
                        </a:cubicBezTo>
                        <a:cubicBezTo>
                          <a:pt x="1017532" y="6649368"/>
                          <a:pt x="976872" y="6776056"/>
                          <a:pt x="1014413" y="6944497"/>
                        </a:cubicBezTo>
                        <a:cubicBezTo>
                          <a:pt x="821076" y="6999351"/>
                          <a:pt x="620504" y="6927450"/>
                          <a:pt x="507207" y="6944497"/>
                        </a:cubicBezTo>
                        <a:cubicBezTo>
                          <a:pt x="393910" y="6961544"/>
                          <a:pt x="229017" y="6915912"/>
                          <a:pt x="0" y="6944497"/>
                        </a:cubicBezTo>
                        <a:cubicBezTo>
                          <a:pt x="-28646" y="6750508"/>
                          <a:pt x="49504" y="6643132"/>
                          <a:pt x="0" y="6365789"/>
                        </a:cubicBezTo>
                        <a:cubicBezTo>
                          <a:pt x="-49504" y="6088446"/>
                          <a:pt x="12402" y="6081241"/>
                          <a:pt x="0" y="5925971"/>
                        </a:cubicBezTo>
                        <a:cubicBezTo>
                          <a:pt x="-12402" y="5770701"/>
                          <a:pt x="38228" y="5588630"/>
                          <a:pt x="0" y="5486153"/>
                        </a:cubicBezTo>
                        <a:cubicBezTo>
                          <a:pt x="-38228" y="5383676"/>
                          <a:pt x="54920" y="5164275"/>
                          <a:pt x="0" y="4976890"/>
                        </a:cubicBezTo>
                        <a:cubicBezTo>
                          <a:pt x="-54920" y="4789505"/>
                          <a:pt x="26081" y="4450155"/>
                          <a:pt x="0" y="4259291"/>
                        </a:cubicBezTo>
                        <a:cubicBezTo>
                          <a:pt x="-26081" y="4068427"/>
                          <a:pt x="66855" y="3928675"/>
                          <a:pt x="0" y="3680583"/>
                        </a:cubicBezTo>
                        <a:cubicBezTo>
                          <a:pt x="-66855" y="3432491"/>
                          <a:pt x="7441" y="3406437"/>
                          <a:pt x="0" y="3171320"/>
                        </a:cubicBezTo>
                        <a:cubicBezTo>
                          <a:pt x="-7441" y="2936203"/>
                          <a:pt x="26932" y="2968548"/>
                          <a:pt x="0" y="2800947"/>
                        </a:cubicBezTo>
                        <a:cubicBezTo>
                          <a:pt x="-26932" y="2633346"/>
                          <a:pt x="28778" y="2579193"/>
                          <a:pt x="0" y="2430574"/>
                        </a:cubicBezTo>
                        <a:cubicBezTo>
                          <a:pt x="-28778" y="2281955"/>
                          <a:pt x="2031" y="2088648"/>
                          <a:pt x="0" y="1782421"/>
                        </a:cubicBezTo>
                        <a:cubicBezTo>
                          <a:pt x="-2031" y="1476194"/>
                          <a:pt x="17251" y="1453044"/>
                          <a:pt x="0" y="1342603"/>
                        </a:cubicBezTo>
                        <a:cubicBezTo>
                          <a:pt x="-17251" y="1232162"/>
                          <a:pt x="15189" y="833948"/>
                          <a:pt x="0" y="625005"/>
                        </a:cubicBezTo>
                        <a:cubicBezTo>
                          <a:pt x="-15189" y="416062"/>
                          <a:pt x="43312" y="21735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4B90B6-CEDD-8796-AC5D-57254328CF79}"/>
              </a:ext>
            </a:extLst>
          </p:cNvPr>
          <p:cNvSpPr/>
          <p:nvPr/>
        </p:nvSpPr>
        <p:spPr>
          <a:xfrm>
            <a:off x="4537891" y="1"/>
            <a:ext cx="964986" cy="6857999"/>
          </a:xfrm>
          <a:prstGeom prst="rect">
            <a:avLst/>
          </a:prstGeom>
          <a:noFill/>
          <a:ln w="571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014413"/>
                      <a:gd name="csY0" fmla="*/ 0 h 6944497"/>
                      <a:gd name="csX1" fmla="*/ 497062 w 1014413"/>
                      <a:gd name="csY1" fmla="*/ 0 h 6944497"/>
                      <a:gd name="csX2" fmla="*/ 1014413 w 1014413"/>
                      <a:gd name="csY2" fmla="*/ 0 h 6944497"/>
                      <a:gd name="csX3" fmla="*/ 1014413 w 1014413"/>
                      <a:gd name="csY3" fmla="*/ 717598 h 6944497"/>
                      <a:gd name="csX4" fmla="*/ 1014413 w 1014413"/>
                      <a:gd name="csY4" fmla="*/ 1296306 h 6944497"/>
                      <a:gd name="csX5" fmla="*/ 1014413 w 1014413"/>
                      <a:gd name="csY5" fmla="*/ 1736124 h 6944497"/>
                      <a:gd name="csX6" fmla="*/ 1014413 w 1014413"/>
                      <a:gd name="csY6" fmla="*/ 2175942 h 6944497"/>
                      <a:gd name="csX7" fmla="*/ 1014413 w 1014413"/>
                      <a:gd name="csY7" fmla="*/ 2754650 h 6944497"/>
                      <a:gd name="csX8" fmla="*/ 1014413 w 1014413"/>
                      <a:gd name="csY8" fmla="*/ 3333359 h 6944497"/>
                      <a:gd name="csX9" fmla="*/ 1014413 w 1014413"/>
                      <a:gd name="csY9" fmla="*/ 3773177 h 6944497"/>
                      <a:gd name="csX10" fmla="*/ 1014413 w 1014413"/>
                      <a:gd name="csY10" fmla="*/ 4212995 h 6944497"/>
                      <a:gd name="csX11" fmla="*/ 1014413 w 1014413"/>
                      <a:gd name="csY11" fmla="*/ 4791703 h 6944497"/>
                      <a:gd name="csX12" fmla="*/ 1014413 w 1014413"/>
                      <a:gd name="csY12" fmla="*/ 5439856 h 6944497"/>
                      <a:gd name="csX13" fmla="*/ 1014413 w 1014413"/>
                      <a:gd name="csY13" fmla="*/ 5810229 h 6944497"/>
                      <a:gd name="csX14" fmla="*/ 1014413 w 1014413"/>
                      <a:gd name="csY14" fmla="*/ 6388937 h 6944497"/>
                      <a:gd name="csX15" fmla="*/ 1014413 w 1014413"/>
                      <a:gd name="csY15" fmla="*/ 6944497 h 6944497"/>
                      <a:gd name="csX16" fmla="*/ 507207 w 1014413"/>
                      <a:gd name="csY16" fmla="*/ 6944497 h 6944497"/>
                      <a:gd name="csX17" fmla="*/ 0 w 1014413"/>
                      <a:gd name="csY17" fmla="*/ 6944497 h 6944497"/>
                      <a:gd name="csX18" fmla="*/ 0 w 1014413"/>
                      <a:gd name="csY18" fmla="*/ 6365789 h 6944497"/>
                      <a:gd name="csX19" fmla="*/ 0 w 1014413"/>
                      <a:gd name="csY19" fmla="*/ 5925971 h 6944497"/>
                      <a:gd name="csX20" fmla="*/ 0 w 1014413"/>
                      <a:gd name="csY20" fmla="*/ 5486153 h 6944497"/>
                      <a:gd name="csX21" fmla="*/ 0 w 1014413"/>
                      <a:gd name="csY21" fmla="*/ 4976890 h 6944497"/>
                      <a:gd name="csX22" fmla="*/ 0 w 1014413"/>
                      <a:gd name="csY22" fmla="*/ 4259291 h 6944497"/>
                      <a:gd name="csX23" fmla="*/ 0 w 1014413"/>
                      <a:gd name="csY23" fmla="*/ 3680583 h 6944497"/>
                      <a:gd name="csX24" fmla="*/ 0 w 1014413"/>
                      <a:gd name="csY24" fmla="*/ 3171320 h 6944497"/>
                      <a:gd name="csX25" fmla="*/ 0 w 1014413"/>
                      <a:gd name="csY25" fmla="*/ 2800947 h 6944497"/>
                      <a:gd name="csX26" fmla="*/ 0 w 1014413"/>
                      <a:gd name="csY26" fmla="*/ 2430574 h 6944497"/>
                      <a:gd name="csX27" fmla="*/ 0 w 1014413"/>
                      <a:gd name="csY27" fmla="*/ 1782421 h 6944497"/>
                      <a:gd name="csX28" fmla="*/ 0 w 1014413"/>
                      <a:gd name="csY28" fmla="*/ 1342603 h 6944497"/>
                      <a:gd name="csX29" fmla="*/ 0 w 1014413"/>
                      <a:gd name="csY29" fmla="*/ 625005 h 6944497"/>
                      <a:gd name="csX30" fmla="*/ 0 w 1014413"/>
                      <a:gd name="csY30" fmla="*/ 0 h 694449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</a:cxnLst>
                    <a:rect l="l" t="t" r="r" b="b"/>
                    <a:pathLst>
                      <a:path w="1014413" h="6944497" extrusionOk="0">
                        <a:moveTo>
                          <a:pt x="0" y="0"/>
                        </a:moveTo>
                        <a:cubicBezTo>
                          <a:pt x="164364" y="-29440"/>
                          <a:pt x="348644" y="36465"/>
                          <a:pt x="497062" y="0"/>
                        </a:cubicBezTo>
                        <a:cubicBezTo>
                          <a:pt x="645480" y="-36465"/>
                          <a:pt x="799756" y="1012"/>
                          <a:pt x="1014413" y="0"/>
                        </a:cubicBezTo>
                        <a:cubicBezTo>
                          <a:pt x="1096242" y="215276"/>
                          <a:pt x="986675" y="510314"/>
                          <a:pt x="1014413" y="717598"/>
                        </a:cubicBezTo>
                        <a:cubicBezTo>
                          <a:pt x="1042151" y="924882"/>
                          <a:pt x="963920" y="1093381"/>
                          <a:pt x="1014413" y="1296306"/>
                        </a:cubicBezTo>
                        <a:cubicBezTo>
                          <a:pt x="1064906" y="1499231"/>
                          <a:pt x="1001080" y="1530152"/>
                          <a:pt x="1014413" y="1736124"/>
                        </a:cubicBezTo>
                        <a:cubicBezTo>
                          <a:pt x="1027746" y="1942096"/>
                          <a:pt x="975228" y="2047512"/>
                          <a:pt x="1014413" y="2175942"/>
                        </a:cubicBezTo>
                        <a:cubicBezTo>
                          <a:pt x="1053598" y="2304372"/>
                          <a:pt x="965441" y="2603201"/>
                          <a:pt x="1014413" y="2754650"/>
                        </a:cubicBezTo>
                        <a:cubicBezTo>
                          <a:pt x="1063385" y="2906099"/>
                          <a:pt x="967018" y="3175697"/>
                          <a:pt x="1014413" y="3333359"/>
                        </a:cubicBezTo>
                        <a:cubicBezTo>
                          <a:pt x="1061808" y="3491021"/>
                          <a:pt x="992044" y="3662558"/>
                          <a:pt x="1014413" y="3773177"/>
                        </a:cubicBezTo>
                        <a:cubicBezTo>
                          <a:pt x="1036782" y="3883796"/>
                          <a:pt x="990210" y="4077577"/>
                          <a:pt x="1014413" y="4212995"/>
                        </a:cubicBezTo>
                        <a:cubicBezTo>
                          <a:pt x="1038616" y="4348413"/>
                          <a:pt x="968322" y="4553397"/>
                          <a:pt x="1014413" y="4791703"/>
                        </a:cubicBezTo>
                        <a:cubicBezTo>
                          <a:pt x="1060504" y="5030009"/>
                          <a:pt x="942679" y="5206099"/>
                          <a:pt x="1014413" y="5439856"/>
                        </a:cubicBezTo>
                        <a:cubicBezTo>
                          <a:pt x="1086147" y="5673613"/>
                          <a:pt x="984918" y="5699043"/>
                          <a:pt x="1014413" y="5810229"/>
                        </a:cubicBezTo>
                        <a:cubicBezTo>
                          <a:pt x="1043908" y="5921415"/>
                          <a:pt x="1011294" y="6128506"/>
                          <a:pt x="1014413" y="6388937"/>
                        </a:cubicBezTo>
                        <a:cubicBezTo>
                          <a:pt x="1017532" y="6649368"/>
                          <a:pt x="976872" y="6776056"/>
                          <a:pt x="1014413" y="6944497"/>
                        </a:cubicBezTo>
                        <a:cubicBezTo>
                          <a:pt x="821076" y="6999351"/>
                          <a:pt x="620504" y="6927450"/>
                          <a:pt x="507207" y="6944497"/>
                        </a:cubicBezTo>
                        <a:cubicBezTo>
                          <a:pt x="393910" y="6961544"/>
                          <a:pt x="229017" y="6915912"/>
                          <a:pt x="0" y="6944497"/>
                        </a:cubicBezTo>
                        <a:cubicBezTo>
                          <a:pt x="-28646" y="6750508"/>
                          <a:pt x="49504" y="6643132"/>
                          <a:pt x="0" y="6365789"/>
                        </a:cubicBezTo>
                        <a:cubicBezTo>
                          <a:pt x="-49504" y="6088446"/>
                          <a:pt x="12402" y="6081241"/>
                          <a:pt x="0" y="5925971"/>
                        </a:cubicBezTo>
                        <a:cubicBezTo>
                          <a:pt x="-12402" y="5770701"/>
                          <a:pt x="38228" y="5588630"/>
                          <a:pt x="0" y="5486153"/>
                        </a:cubicBezTo>
                        <a:cubicBezTo>
                          <a:pt x="-38228" y="5383676"/>
                          <a:pt x="54920" y="5164275"/>
                          <a:pt x="0" y="4976890"/>
                        </a:cubicBezTo>
                        <a:cubicBezTo>
                          <a:pt x="-54920" y="4789505"/>
                          <a:pt x="26081" y="4450155"/>
                          <a:pt x="0" y="4259291"/>
                        </a:cubicBezTo>
                        <a:cubicBezTo>
                          <a:pt x="-26081" y="4068427"/>
                          <a:pt x="66855" y="3928675"/>
                          <a:pt x="0" y="3680583"/>
                        </a:cubicBezTo>
                        <a:cubicBezTo>
                          <a:pt x="-66855" y="3432491"/>
                          <a:pt x="7441" y="3406437"/>
                          <a:pt x="0" y="3171320"/>
                        </a:cubicBezTo>
                        <a:cubicBezTo>
                          <a:pt x="-7441" y="2936203"/>
                          <a:pt x="26932" y="2968548"/>
                          <a:pt x="0" y="2800947"/>
                        </a:cubicBezTo>
                        <a:cubicBezTo>
                          <a:pt x="-26932" y="2633346"/>
                          <a:pt x="28778" y="2579193"/>
                          <a:pt x="0" y="2430574"/>
                        </a:cubicBezTo>
                        <a:cubicBezTo>
                          <a:pt x="-28778" y="2281955"/>
                          <a:pt x="2031" y="2088648"/>
                          <a:pt x="0" y="1782421"/>
                        </a:cubicBezTo>
                        <a:cubicBezTo>
                          <a:pt x="-2031" y="1476194"/>
                          <a:pt x="17251" y="1453044"/>
                          <a:pt x="0" y="1342603"/>
                        </a:cubicBezTo>
                        <a:cubicBezTo>
                          <a:pt x="-17251" y="1232162"/>
                          <a:pt x="15189" y="833948"/>
                          <a:pt x="0" y="625005"/>
                        </a:cubicBezTo>
                        <a:cubicBezTo>
                          <a:pt x="-15189" y="416062"/>
                          <a:pt x="43312" y="21735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AA5EE-525E-739C-D636-10A53EEEE205}"/>
              </a:ext>
            </a:extLst>
          </p:cNvPr>
          <p:cNvSpPr/>
          <p:nvPr/>
        </p:nvSpPr>
        <p:spPr>
          <a:xfrm>
            <a:off x="5502877" y="0"/>
            <a:ext cx="964986" cy="6857999"/>
          </a:xfrm>
          <a:prstGeom prst="rect">
            <a:avLst/>
          </a:prstGeom>
          <a:noFill/>
          <a:ln w="571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014413"/>
                      <a:gd name="csY0" fmla="*/ 0 h 6944497"/>
                      <a:gd name="csX1" fmla="*/ 497062 w 1014413"/>
                      <a:gd name="csY1" fmla="*/ 0 h 6944497"/>
                      <a:gd name="csX2" fmla="*/ 1014413 w 1014413"/>
                      <a:gd name="csY2" fmla="*/ 0 h 6944497"/>
                      <a:gd name="csX3" fmla="*/ 1014413 w 1014413"/>
                      <a:gd name="csY3" fmla="*/ 717598 h 6944497"/>
                      <a:gd name="csX4" fmla="*/ 1014413 w 1014413"/>
                      <a:gd name="csY4" fmla="*/ 1296306 h 6944497"/>
                      <a:gd name="csX5" fmla="*/ 1014413 w 1014413"/>
                      <a:gd name="csY5" fmla="*/ 1736124 h 6944497"/>
                      <a:gd name="csX6" fmla="*/ 1014413 w 1014413"/>
                      <a:gd name="csY6" fmla="*/ 2175942 h 6944497"/>
                      <a:gd name="csX7" fmla="*/ 1014413 w 1014413"/>
                      <a:gd name="csY7" fmla="*/ 2754650 h 6944497"/>
                      <a:gd name="csX8" fmla="*/ 1014413 w 1014413"/>
                      <a:gd name="csY8" fmla="*/ 3333359 h 6944497"/>
                      <a:gd name="csX9" fmla="*/ 1014413 w 1014413"/>
                      <a:gd name="csY9" fmla="*/ 3773177 h 6944497"/>
                      <a:gd name="csX10" fmla="*/ 1014413 w 1014413"/>
                      <a:gd name="csY10" fmla="*/ 4212995 h 6944497"/>
                      <a:gd name="csX11" fmla="*/ 1014413 w 1014413"/>
                      <a:gd name="csY11" fmla="*/ 4791703 h 6944497"/>
                      <a:gd name="csX12" fmla="*/ 1014413 w 1014413"/>
                      <a:gd name="csY12" fmla="*/ 5439856 h 6944497"/>
                      <a:gd name="csX13" fmla="*/ 1014413 w 1014413"/>
                      <a:gd name="csY13" fmla="*/ 5810229 h 6944497"/>
                      <a:gd name="csX14" fmla="*/ 1014413 w 1014413"/>
                      <a:gd name="csY14" fmla="*/ 6388937 h 6944497"/>
                      <a:gd name="csX15" fmla="*/ 1014413 w 1014413"/>
                      <a:gd name="csY15" fmla="*/ 6944497 h 6944497"/>
                      <a:gd name="csX16" fmla="*/ 507207 w 1014413"/>
                      <a:gd name="csY16" fmla="*/ 6944497 h 6944497"/>
                      <a:gd name="csX17" fmla="*/ 0 w 1014413"/>
                      <a:gd name="csY17" fmla="*/ 6944497 h 6944497"/>
                      <a:gd name="csX18" fmla="*/ 0 w 1014413"/>
                      <a:gd name="csY18" fmla="*/ 6365789 h 6944497"/>
                      <a:gd name="csX19" fmla="*/ 0 w 1014413"/>
                      <a:gd name="csY19" fmla="*/ 5925971 h 6944497"/>
                      <a:gd name="csX20" fmla="*/ 0 w 1014413"/>
                      <a:gd name="csY20" fmla="*/ 5486153 h 6944497"/>
                      <a:gd name="csX21" fmla="*/ 0 w 1014413"/>
                      <a:gd name="csY21" fmla="*/ 4976890 h 6944497"/>
                      <a:gd name="csX22" fmla="*/ 0 w 1014413"/>
                      <a:gd name="csY22" fmla="*/ 4259291 h 6944497"/>
                      <a:gd name="csX23" fmla="*/ 0 w 1014413"/>
                      <a:gd name="csY23" fmla="*/ 3680583 h 6944497"/>
                      <a:gd name="csX24" fmla="*/ 0 w 1014413"/>
                      <a:gd name="csY24" fmla="*/ 3171320 h 6944497"/>
                      <a:gd name="csX25" fmla="*/ 0 w 1014413"/>
                      <a:gd name="csY25" fmla="*/ 2800947 h 6944497"/>
                      <a:gd name="csX26" fmla="*/ 0 w 1014413"/>
                      <a:gd name="csY26" fmla="*/ 2430574 h 6944497"/>
                      <a:gd name="csX27" fmla="*/ 0 w 1014413"/>
                      <a:gd name="csY27" fmla="*/ 1782421 h 6944497"/>
                      <a:gd name="csX28" fmla="*/ 0 w 1014413"/>
                      <a:gd name="csY28" fmla="*/ 1342603 h 6944497"/>
                      <a:gd name="csX29" fmla="*/ 0 w 1014413"/>
                      <a:gd name="csY29" fmla="*/ 625005 h 6944497"/>
                      <a:gd name="csX30" fmla="*/ 0 w 1014413"/>
                      <a:gd name="csY30" fmla="*/ 0 h 694449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</a:cxnLst>
                    <a:rect l="l" t="t" r="r" b="b"/>
                    <a:pathLst>
                      <a:path w="1014413" h="6944497" extrusionOk="0">
                        <a:moveTo>
                          <a:pt x="0" y="0"/>
                        </a:moveTo>
                        <a:cubicBezTo>
                          <a:pt x="164364" y="-29440"/>
                          <a:pt x="348644" y="36465"/>
                          <a:pt x="497062" y="0"/>
                        </a:cubicBezTo>
                        <a:cubicBezTo>
                          <a:pt x="645480" y="-36465"/>
                          <a:pt x="799756" y="1012"/>
                          <a:pt x="1014413" y="0"/>
                        </a:cubicBezTo>
                        <a:cubicBezTo>
                          <a:pt x="1096242" y="215276"/>
                          <a:pt x="986675" y="510314"/>
                          <a:pt x="1014413" y="717598"/>
                        </a:cubicBezTo>
                        <a:cubicBezTo>
                          <a:pt x="1042151" y="924882"/>
                          <a:pt x="963920" y="1093381"/>
                          <a:pt x="1014413" y="1296306"/>
                        </a:cubicBezTo>
                        <a:cubicBezTo>
                          <a:pt x="1064906" y="1499231"/>
                          <a:pt x="1001080" y="1530152"/>
                          <a:pt x="1014413" y="1736124"/>
                        </a:cubicBezTo>
                        <a:cubicBezTo>
                          <a:pt x="1027746" y="1942096"/>
                          <a:pt x="975228" y="2047512"/>
                          <a:pt x="1014413" y="2175942"/>
                        </a:cubicBezTo>
                        <a:cubicBezTo>
                          <a:pt x="1053598" y="2304372"/>
                          <a:pt x="965441" y="2603201"/>
                          <a:pt x="1014413" y="2754650"/>
                        </a:cubicBezTo>
                        <a:cubicBezTo>
                          <a:pt x="1063385" y="2906099"/>
                          <a:pt x="967018" y="3175697"/>
                          <a:pt x="1014413" y="3333359"/>
                        </a:cubicBezTo>
                        <a:cubicBezTo>
                          <a:pt x="1061808" y="3491021"/>
                          <a:pt x="992044" y="3662558"/>
                          <a:pt x="1014413" y="3773177"/>
                        </a:cubicBezTo>
                        <a:cubicBezTo>
                          <a:pt x="1036782" y="3883796"/>
                          <a:pt x="990210" y="4077577"/>
                          <a:pt x="1014413" y="4212995"/>
                        </a:cubicBezTo>
                        <a:cubicBezTo>
                          <a:pt x="1038616" y="4348413"/>
                          <a:pt x="968322" y="4553397"/>
                          <a:pt x="1014413" y="4791703"/>
                        </a:cubicBezTo>
                        <a:cubicBezTo>
                          <a:pt x="1060504" y="5030009"/>
                          <a:pt x="942679" y="5206099"/>
                          <a:pt x="1014413" y="5439856"/>
                        </a:cubicBezTo>
                        <a:cubicBezTo>
                          <a:pt x="1086147" y="5673613"/>
                          <a:pt x="984918" y="5699043"/>
                          <a:pt x="1014413" y="5810229"/>
                        </a:cubicBezTo>
                        <a:cubicBezTo>
                          <a:pt x="1043908" y="5921415"/>
                          <a:pt x="1011294" y="6128506"/>
                          <a:pt x="1014413" y="6388937"/>
                        </a:cubicBezTo>
                        <a:cubicBezTo>
                          <a:pt x="1017532" y="6649368"/>
                          <a:pt x="976872" y="6776056"/>
                          <a:pt x="1014413" y="6944497"/>
                        </a:cubicBezTo>
                        <a:cubicBezTo>
                          <a:pt x="821076" y="6999351"/>
                          <a:pt x="620504" y="6927450"/>
                          <a:pt x="507207" y="6944497"/>
                        </a:cubicBezTo>
                        <a:cubicBezTo>
                          <a:pt x="393910" y="6961544"/>
                          <a:pt x="229017" y="6915912"/>
                          <a:pt x="0" y="6944497"/>
                        </a:cubicBezTo>
                        <a:cubicBezTo>
                          <a:pt x="-28646" y="6750508"/>
                          <a:pt x="49504" y="6643132"/>
                          <a:pt x="0" y="6365789"/>
                        </a:cubicBezTo>
                        <a:cubicBezTo>
                          <a:pt x="-49504" y="6088446"/>
                          <a:pt x="12402" y="6081241"/>
                          <a:pt x="0" y="5925971"/>
                        </a:cubicBezTo>
                        <a:cubicBezTo>
                          <a:pt x="-12402" y="5770701"/>
                          <a:pt x="38228" y="5588630"/>
                          <a:pt x="0" y="5486153"/>
                        </a:cubicBezTo>
                        <a:cubicBezTo>
                          <a:pt x="-38228" y="5383676"/>
                          <a:pt x="54920" y="5164275"/>
                          <a:pt x="0" y="4976890"/>
                        </a:cubicBezTo>
                        <a:cubicBezTo>
                          <a:pt x="-54920" y="4789505"/>
                          <a:pt x="26081" y="4450155"/>
                          <a:pt x="0" y="4259291"/>
                        </a:cubicBezTo>
                        <a:cubicBezTo>
                          <a:pt x="-26081" y="4068427"/>
                          <a:pt x="66855" y="3928675"/>
                          <a:pt x="0" y="3680583"/>
                        </a:cubicBezTo>
                        <a:cubicBezTo>
                          <a:pt x="-66855" y="3432491"/>
                          <a:pt x="7441" y="3406437"/>
                          <a:pt x="0" y="3171320"/>
                        </a:cubicBezTo>
                        <a:cubicBezTo>
                          <a:pt x="-7441" y="2936203"/>
                          <a:pt x="26932" y="2968548"/>
                          <a:pt x="0" y="2800947"/>
                        </a:cubicBezTo>
                        <a:cubicBezTo>
                          <a:pt x="-26932" y="2633346"/>
                          <a:pt x="28778" y="2579193"/>
                          <a:pt x="0" y="2430574"/>
                        </a:cubicBezTo>
                        <a:cubicBezTo>
                          <a:pt x="-28778" y="2281955"/>
                          <a:pt x="2031" y="2088648"/>
                          <a:pt x="0" y="1782421"/>
                        </a:cubicBezTo>
                        <a:cubicBezTo>
                          <a:pt x="-2031" y="1476194"/>
                          <a:pt x="17251" y="1453044"/>
                          <a:pt x="0" y="1342603"/>
                        </a:cubicBezTo>
                        <a:cubicBezTo>
                          <a:pt x="-17251" y="1232162"/>
                          <a:pt x="15189" y="833948"/>
                          <a:pt x="0" y="625005"/>
                        </a:cubicBezTo>
                        <a:cubicBezTo>
                          <a:pt x="-15189" y="416062"/>
                          <a:pt x="43312" y="21735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70D3CE3-AC5A-5EBD-3EEB-0AC2F752A027}"/>
                  </a:ext>
                </a:extLst>
              </p14:cNvPr>
              <p14:cNvContentPartPr/>
              <p14:nvPr/>
            </p14:nvContentPartPr>
            <p14:xfrm>
              <a:off x="6678214" y="210921"/>
              <a:ext cx="743040" cy="79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70D3CE3-AC5A-5EBD-3EEB-0AC2F752A0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88214" y="31281"/>
                <a:ext cx="92268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33D4E72-D80F-2F3A-5027-4EA058E1748B}"/>
                  </a:ext>
                </a:extLst>
              </p14:cNvPr>
              <p14:cNvContentPartPr/>
              <p14:nvPr/>
            </p14:nvContentPartPr>
            <p14:xfrm>
              <a:off x="3674014" y="187521"/>
              <a:ext cx="711720" cy="3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33D4E72-D80F-2F3A-5027-4EA058E1748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84374" y="7521"/>
                <a:ext cx="89136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A8FF5BD-9495-1825-C933-91B10A9F9BE7}"/>
                  </a:ext>
                </a:extLst>
              </p14:cNvPr>
              <p14:cNvContentPartPr/>
              <p14:nvPr/>
            </p14:nvContentPartPr>
            <p14:xfrm>
              <a:off x="7526014" y="187521"/>
              <a:ext cx="830160" cy="165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A8FF5BD-9495-1825-C933-91B10A9F9BE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36374" y="7881"/>
                <a:ext cx="1009800" cy="37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83844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A23B-B709-4A45-CE83-5A95F40E3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 качества кластеризации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B53BD-1EEC-76FC-CFB4-D8AA5913E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Внутренние метрики</a:t>
            </a:r>
          </a:p>
          <a:p>
            <a:r>
              <a:rPr lang="ru-RU" dirty="0"/>
              <a:t>Компактность кластеров</a:t>
            </a:r>
          </a:p>
          <a:p>
            <a:r>
              <a:rPr lang="ru-RU" dirty="0"/>
              <a:t>Отделимость кластеров</a:t>
            </a:r>
            <a:endParaRPr lang="en-US" dirty="0"/>
          </a:p>
          <a:p>
            <a:r>
              <a:rPr lang="ru-RU" b="1" dirty="0"/>
              <a:t>Индекс </a:t>
            </a:r>
            <a:r>
              <a:rPr lang="ru-RU" b="1" dirty="0" err="1"/>
              <a:t>Калински-Хакабаша</a:t>
            </a:r>
            <a:r>
              <a:rPr lang="ru-RU" b="1" dirty="0"/>
              <a:t> </a:t>
            </a:r>
            <a:r>
              <a:rPr lang="ru-RU" dirty="0"/>
              <a:t>(</a:t>
            </a:r>
            <a:r>
              <a:rPr lang="en-US" dirty="0"/>
              <a:t>Calinski and </a:t>
            </a:r>
            <a:r>
              <a:rPr lang="en-US" dirty="0" err="1"/>
              <a:t>Harabasz</a:t>
            </a:r>
            <a:r>
              <a:rPr lang="en-US" dirty="0"/>
              <a:t> Index) – </a:t>
            </a:r>
            <a:r>
              <a:rPr lang="ru-RU" dirty="0"/>
              <a:t>учитывает как внутри-, так и </a:t>
            </a:r>
            <a:r>
              <a:rPr lang="ru-RU" dirty="0" err="1"/>
              <a:t>межкластерную</a:t>
            </a:r>
            <a:r>
              <a:rPr lang="ru-RU" dirty="0"/>
              <a:t> дисперсию для оценки качества разделения кластеров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13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632</Words>
  <Application>Microsoft Macintosh PowerPoint</Application>
  <PresentationFormat>Widescreen</PresentationFormat>
  <Paragraphs>94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Wingdings</vt:lpstr>
      <vt:lpstr>Office Theme</vt:lpstr>
      <vt:lpstr>Кластерный анализ</vt:lpstr>
      <vt:lpstr>Проблема кластеризации</vt:lpstr>
      <vt:lpstr>Проблема кластеризации</vt:lpstr>
      <vt:lpstr>Проблема кластеризации</vt:lpstr>
      <vt:lpstr>Проблема кластеризации</vt:lpstr>
      <vt:lpstr>Проблема кластеризации</vt:lpstr>
      <vt:lpstr>Проблема кластеризации</vt:lpstr>
      <vt:lpstr>Метрики расстояния между точками</vt:lpstr>
      <vt:lpstr>Метрики расстояния между точками</vt:lpstr>
      <vt:lpstr>Евклид или Манхэттен?</vt:lpstr>
      <vt:lpstr>Методы кластеризации данных</vt:lpstr>
      <vt:lpstr>1. Иерархический кластерный анализ</vt:lpstr>
      <vt:lpstr>1. Иерархический кластерный анализ</vt:lpstr>
      <vt:lpstr>1. Иерархический кластерный анализ</vt:lpstr>
      <vt:lpstr>1. Иерархический кластерный анализ</vt:lpstr>
      <vt:lpstr>PowerPoint Presentation</vt:lpstr>
      <vt:lpstr>PowerPoint Presentation</vt:lpstr>
      <vt:lpstr>PowerPoint Presentation</vt:lpstr>
      <vt:lpstr>1. Иерархический кластерный анализ</vt:lpstr>
      <vt:lpstr>1. Иерархический кластерный анализ</vt:lpstr>
      <vt:lpstr>2. K-Means</vt:lpstr>
      <vt:lpstr>2. K-Means алгоритм</vt:lpstr>
      <vt:lpstr>2. K-Means алгоритм</vt:lpstr>
      <vt:lpstr>PowerPoint Presentation</vt:lpstr>
      <vt:lpstr>Сравнение методов</vt:lpstr>
      <vt:lpstr>PowerPoint Presentation</vt:lpstr>
      <vt:lpstr>Метрики качества кластеризации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Протопова Мария Артуровна</dc:creator>
  <cp:lastModifiedBy>Протопова Мария Артуровна</cp:lastModifiedBy>
  <cp:revision>5</cp:revision>
  <dcterms:created xsi:type="dcterms:W3CDTF">2026-05-18T08:50:07Z</dcterms:created>
  <dcterms:modified xsi:type="dcterms:W3CDTF">2026-05-18T13:07:44Z</dcterms:modified>
</cp:coreProperties>
</file>